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10287000" cx="18288000"/>
  <p:notesSz cx="6858000" cy="9144000"/>
  <p:embeddedFontLst>
    <p:embeddedFont>
      <p:font typeface="Lato"/>
      <p:regular r:id="rId29"/>
      <p:bold r:id="rId30"/>
      <p:italic r:id="rId31"/>
      <p:boldItalic r:id="rId32"/>
    </p:embeddedFont>
    <p:embeddedFont>
      <p:font typeface="Lato Black"/>
      <p:bold r:id="rId33"/>
      <p:boldItalic r:id="rId3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35" roundtripDataSignature="AMtx7mg1xNwPBPkyk9LkU3X/QVjSj9mbW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Lato-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Lato-italic.fntdata"/><Relationship Id="rId30" Type="http://schemas.openxmlformats.org/officeDocument/2006/relationships/font" Target="fonts/Lato-bold.fntdata"/><Relationship Id="rId11" Type="http://schemas.openxmlformats.org/officeDocument/2006/relationships/slide" Target="slides/slide6.xml"/><Relationship Id="rId33" Type="http://schemas.openxmlformats.org/officeDocument/2006/relationships/font" Target="fonts/LatoBlack-bold.fntdata"/><Relationship Id="rId10" Type="http://schemas.openxmlformats.org/officeDocument/2006/relationships/slide" Target="slides/slide5.xml"/><Relationship Id="rId32" Type="http://schemas.openxmlformats.org/officeDocument/2006/relationships/font" Target="fonts/Lato-boldItalic.fntdata"/><Relationship Id="rId13" Type="http://schemas.openxmlformats.org/officeDocument/2006/relationships/slide" Target="slides/slide8.xml"/><Relationship Id="rId35" Type="http://customschemas.google.com/relationships/presentationmetadata" Target="metadata"/><Relationship Id="rId12" Type="http://schemas.openxmlformats.org/officeDocument/2006/relationships/slide" Target="slides/slide7.xml"/><Relationship Id="rId34" Type="http://schemas.openxmlformats.org/officeDocument/2006/relationships/font" Target="fonts/LatoBlack-boldItalic.fntdata"/><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3076575" cy="512763"/>
          </a:xfrm>
          <a:prstGeom prst="rect">
            <a:avLst/>
          </a:prstGeom>
          <a:noFill/>
          <a:ln>
            <a:noFill/>
          </a:ln>
        </p:spPr>
        <p:txBody>
          <a:bodyPr anchorCtr="0" anchor="t" bIns="45725" lIns="91475" spcFirstLastPara="1" rIns="91475" wrap="square" tIns="45725">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 name="Google Shape;4;n"/>
          <p:cNvSpPr txBox="1"/>
          <p:nvPr>
            <p:ph idx="10" type="dt"/>
          </p:nvPr>
        </p:nvSpPr>
        <p:spPr>
          <a:xfrm>
            <a:off x="4021138" y="0"/>
            <a:ext cx="3076575" cy="512763"/>
          </a:xfrm>
          <a:prstGeom prst="rect">
            <a:avLst/>
          </a:prstGeom>
          <a:noFill/>
          <a:ln>
            <a:noFill/>
          </a:ln>
        </p:spPr>
        <p:txBody>
          <a:bodyPr anchorCtr="0" anchor="t" bIns="45725" lIns="91475" spcFirstLastPara="1" rIns="91475" wrap="square" tIns="45725">
            <a:noAutofit/>
          </a:bodyPr>
          <a:lstStyle>
            <a:lvl1pPr lvl="0" marR="0" rtl="0" algn="r">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p:nvPr>
            <p:ph idx="3"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lvl1pPr indent="-228600" lvl="0" marL="4572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1pPr>
            <a:lvl2pPr indent="-228600" lvl="1" marL="9144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2pPr>
            <a:lvl3pPr indent="-228600" lvl="2" marL="13716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3pPr>
            <a:lvl4pPr indent="-228600" lvl="3" marL="18288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4pPr>
            <a:lvl5pPr indent="-228600" lvl="4" marL="2286000" marR="0" rtl="0" algn="l">
              <a:lnSpc>
                <a:spcPct val="100000"/>
              </a:lnSpc>
              <a:spcBef>
                <a:spcPts val="360"/>
              </a:spcBef>
              <a:spcAft>
                <a:spcPts val="0"/>
              </a:spcAft>
              <a:buClr>
                <a:srgbClr val="000000"/>
              </a:buClr>
              <a:buSzPts val="1400"/>
              <a:buFont typeface="Arial"/>
              <a:buNone/>
              <a:defRPr b="0" i="0" sz="12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9720263"/>
            <a:ext cx="3076575" cy="512762"/>
          </a:xfrm>
          <a:prstGeom prst="rect">
            <a:avLst/>
          </a:prstGeom>
          <a:noFill/>
          <a:ln>
            <a:noFill/>
          </a:ln>
        </p:spPr>
        <p:txBody>
          <a:bodyPr anchorCtr="0" anchor="b" bIns="45725" lIns="91475" spcFirstLastPara="1" rIns="91475" wrap="square" tIns="45725">
            <a:noAutofit/>
          </a:bodyPr>
          <a:lstStyle>
            <a:lvl1pPr lvl="0" marR="0" rtl="0" algn="l">
              <a:lnSpc>
                <a:spcPct val="100000"/>
              </a:lnSpc>
              <a:spcBef>
                <a:spcPts val="0"/>
              </a:spcBef>
              <a:spcAft>
                <a:spcPts val="0"/>
              </a:spcAft>
              <a:buClr>
                <a:srgbClr val="000000"/>
              </a:buClr>
              <a:buSzPts val="1400"/>
              <a:buFont typeface="Arial"/>
              <a:buNone/>
              <a:defRPr b="0" i="0" sz="11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021138" y="9720263"/>
            <a:ext cx="3076575" cy="512762"/>
          </a:xfrm>
          <a:prstGeom prst="rect">
            <a:avLst/>
          </a:prstGeom>
          <a:noFill/>
          <a:ln>
            <a:noFill/>
          </a:ln>
        </p:spPr>
        <p:txBody>
          <a:bodyPr anchorCtr="0" anchor="b" bIns="45725" lIns="91475" spcFirstLastPara="1" rIns="91475" wrap="square" tIns="45725">
            <a:noAutofit/>
          </a:bodyPr>
          <a:lstStyle/>
          <a:p>
            <a:pPr indent="0" lvl="0" marL="0" marR="0" rtl="0" algn="r">
              <a:lnSpc>
                <a:spcPct val="100000"/>
              </a:lnSpc>
              <a:spcBef>
                <a:spcPts val="0"/>
              </a:spcBef>
              <a:spcAft>
                <a:spcPts val="0"/>
              </a:spcAft>
              <a:buClr>
                <a:srgbClr val="000000"/>
              </a:buClr>
              <a:buSzPts val="1100"/>
              <a:buFont typeface="Arial"/>
              <a:buNone/>
            </a:pPr>
            <a:fld id="{00000000-1234-1234-1234-123412341234}" type="slidenum">
              <a:rPr b="0" i="0" lang="en-US" sz="1100" u="none" cap="none" strike="noStrike">
                <a:solidFill>
                  <a:srgbClr val="000000"/>
                </a:solidFill>
                <a:latin typeface="Arial"/>
                <a:ea typeface="Arial"/>
                <a:cs typeface="Arial"/>
                <a:sym typeface="Arial"/>
              </a:rPr>
              <a:t>‹#›</a:t>
            </a:fld>
            <a:endParaRPr b="0" i="0" sz="11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86" name="Google Shape;86;p1: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95" name="Google Shape;95;p2: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p3:notes"/>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109" name="Google Shape;109;p3: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p4:notes"/>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120" name="Google Shape;120;p4: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5: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131" name="Google Shape;131;p5: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6:notes"/>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142" name="Google Shape;142;p6: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p7:notes"/>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153" name="Google Shape;153;p7: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8: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164" name="Google Shape;164;p8: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9: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178" name="Google Shape;178;p9: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p10: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192" name="Google Shape;192;p10: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1: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206" name="Google Shape;206;p11: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p12: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217" name="Google Shape;217;p12: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3: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230" name="Google Shape;230;p13: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p14: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241" name="Google Shape;241;p14: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5: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254" name="Google Shape;254;p15: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p16: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265" name="Google Shape;265;p16: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17: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279" name="Google Shape;279;p17: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18: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291" name="Google Shape;291;p18:notes"/>
          <p:cNvSpPr/>
          <p:nvPr>
            <p:ph idx="2" type="sldImg"/>
          </p:nvPr>
        </p:nvSpPr>
        <p:spPr>
          <a:xfrm>
            <a:off x="138113" y="766763"/>
            <a:ext cx="6823075"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9:notes"/>
          <p:cNvSpPr txBox="1"/>
          <p:nvPr>
            <p:ph idx="1" type="body"/>
          </p:nvPr>
        </p:nvSpPr>
        <p:spPr>
          <a:xfrm>
            <a:off x="709613" y="4862513"/>
            <a:ext cx="5680075" cy="4605337"/>
          </a:xfrm>
          <a:prstGeom prst="rect">
            <a:avLst/>
          </a:prstGeom>
        </p:spPr>
        <p:txBody>
          <a:bodyPr anchorCtr="0" anchor="t" bIns="45725" lIns="91475" spcFirstLastPara="1" rIns="91475" wrap="square" tIns="45725">
            <a:noAutofit/>
          </a:bodyPr>
          <a:lstStyle/>
          <a:p>
            <a:pPr indent="0" lvl="0" marL="0" rtl="0" algn="l">
              <a:spcBef>
                <a:spcPts val="360"/>
              </a:spcBef>
              <a:spcAft>
                <a:spcPts val="0"/>
              </a:spcAft>
              <a:buNone/>
            </a:pPr>
            <a:r>
              <a:t/>
            </a:r>
            <a:endParaRPr/>
          </a:p>
        </p:txBody>
      </p:sp>
      <p:sp>
        <p:nvSpPr>
          <p:cNvPr id="302" name="Google Shape;302;p19: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20:notes"/>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311" name="Google Shape;311;p20: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p21: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322" name="Google Shape;322;p21: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1" name="Shape 331"/>
        <p:cNvGrpSpPr/>
        <p:nvPr/>
      </p:nvGrpSpPr>
      <p:grpSpPr>
        <a:xfrm>
          <a:off x="0" y="0"/>
          <a:ext cx="0" cy="0"/>
          <a:chOff x="0" y="0"/>
          <a:chExt cx="0" cy="0"/>
        </a:xfrm>
      </p:grpSpPr>
      <p:sp>
        <p:nvSpPr>
          <p:cNvPr id="332" name="Google Shape;332;p22:notes"/>
          <p:cNvSpPr txBox="1"/>
          <p:nvPr>
            <p:ph idx="1" type="body"/>
          </p:nvPr>
        </p:nvSpPr>
        <p:spPr>
          <a:xfrm>
            <a:off x="709613" y="4862513"/>
            <a:ext cx="5680200" cy="4605300"/>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333" name="Google Shape;333;p22:notes"/>
          <p:cNvSpPr/>
          <p:nvPr>
            <p:ph idx="2" type="sldImg"/>
          </p:nvPr>
        </p:nvSpPr>
        <p:spPr>
          <a:xfrm>
            <a:off x="990600" y="766763"/>
            <a:ext cx="5118000" cy="38385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2" name="Shape 342"/>
        <p:cNvGrpSpPr/>
        <p:nvPr/>
      </p:nvGrpSpPr>
      <p:grpSpPr>
        <a:xfrm>
          <a:off x="0" y="0"/>
          <a:ext cx="0" cy="0"/>
          <a:chOff x="0" y="0"/>
          <a:chExt cx="0" cy="0"/>
        </a:xfrm>
      </p:grpSpPr>
      <p:sp>
        <p:nvSpPr>
          <p:cNvPr id="343" name="Google Shape;343;p23:notes"/>
          <p:cNvSpPr txBox="1"/>
          <p:nvPr>
            <p:ph idx="1" type="body"/>
          </p:nvPr>
        </p:nvSpPr>
        <p:spPr>
          <a:xfrm>
            <a:off x="709613" y="4862513"/>
            <a:ext cx="5680075" cy="4605337"/>
          </a:xfrm>
          <a:prstGeom prst="rect">
            <a:avLst/>
          </a:prstGeom>
          <a:noFill/>
          <a:ln>
            <a:noFill/>
          </a:ln>
        </p:spPr>
        <p:txBody>
          <a:bodyPr anchorCtr="0" anchor="t" bIns="45725" lIns="91475" spcFirstLastPara="1" rIns="91475" wrap="square" tIns="45725">
            <a:noAutofit/>
          </a:bodyPr>
          <a:lstStyle/>
          <a:p>
            <a:pPr indent="0" lvl="0" marL="0" rtl="0" algn="l">
              <a:lnSpc>
                <a:spcPct val="100000"/>
              </a:lnSpc>
              <a:spcBef>
                <a:spcPts val="360"/>
              </a:spcBef>
              <a:spcAft>
                <a:spcPts val="0"/>
              </a:spcAft>
              <a:buSzPts val="1400"/>
              <a:buNone/>
            </a:pPr>
            <a:r>
              <a:t/>
            </a:r>
            <a:endParaRPr/>
          </a:p>
        </p:txBody>
      </p:sp>
      <p:sp>
        <p:nvSpPr>
          <p:cNvPr id="344" name="Google Shape;344;p23:notes"/>
          <p:cNvSpPr/>
          <p:nvPr>
            <p:ph idx="2" type="sldImg"/>
          </p:nvPr>
        </p:nvSpPr>
        <p:spPr>
          <a:xfrm>
            <a:off x="990600" y="766763"/>
            <a:ext cx="5118100" cy="3838575"/>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 name="Shape 15"/>
        <p:cNvGrpSpPr/>
        <p:nvPr/>
      </p:nvGrpSpPr>
      <p:grpSpPr>
        <a:xfrm>
          <a:off x="0" y="0"/>
          <a:ext cx="0" cy="0"/>
          <a:chOff x="0" y="0"/>
          <a:chExt cx="0" cy="0"/>
        </a:xfrm>
      </p:grpSpPr>
      <p:sp>
        <p:nvSpPr>
          <p:cNvPr id="16" name="Google Shape;16;p25"/>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25"/>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25"/>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9" name="Shape 19"/>
        <p:cNvGrpSpPr/>
        <p:nvPr/>
      </p:nvGrpSpPr>
      <p:grpSpPr>
        <a:xfrm>
          <a:off x="0" y="0"/>
          <a:ext cx="0" cy="0"/>
          <a:chOff x="0" y="0"/>
          <a:chExt cx="0" cy="0"/>
        </a:xfrm>
      </p:grpSpPr>
      <p:sp>
        <p:nvSpPr>
          <p:cNvPr id="20" name="Google Shape;20;p26"/>
          <p:cNvSpPr txBox="1"/>
          <p:nvPr>
            <p:ph type="ctrTitle"/>
          </p:nvPr>
        </p:nvSpPr>
        <p:spPr>
          <a:xfrm>
            <a:off x="2286000" y="1684338"/>
            <a:ext cx="13716000" cy="35814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1" name="Google Shape;21;p26"/>
          <p:cNvSpPr txBox="1"/>
          <p:nvPr>
            <p:ph idx="1" type="subTitle"/>
          </p:nvPr>
        </p:nvSpPr>
        <p:spPr>
          <a:xfrm>
            <a:off x="2286000" y="5403850"/>
            <a:ext cx="13716000" cy="2482850"/>
          </a:xfrm>
          <a:prstGeom prst="rect">
            <a:avLst/>
          </a:prstGeom>
          <a:noFill/>
          <a:ln>
            <a:noFill/>
          </a:ln>
        </p:spPr>
        <p:txBody>
          <a:bodyPr anchorCtr="0" anchor="t" bIns="45700" lIns="91425" spcFirstLastPara="1" rIns="91425" wrap="square" tIns="45700">
            <a:noAutofit/>
          </a:bodyPr>
          <a:lstStyle>
            <a:lvl1pPr lvl="0" algn="ctr">
              <a:lnSpc>
                <a:spcPct val="90000"/>
              </a:lnSpc>
              <a:spcBef>
                <a:spcPts val="1500"/>
              </a:spcBef>
              <a:spcAft>
                <a:spcPts val="0"/>
              </a:spcAft>
              <a:buClr>
                <a:srgbClr val="000000"/>
              </a:buClr>
              <a:buSzPts val="2400"/>
              <a:buNone/>
              <a:defRPr sz="2400"/>
            </a:lvl1pPr>
            <a:lvl2pPr lvl="1" algn="ctr">
              <a:lnSpc>
                <a:spcPct val="90000"/>
              </a:lnSpc>
              <a:spcBef>
                <a:spcPts val="750"/>
              </a:spcBef>
              <a:spcAft>
                <a:spcPts val="0"/>
              </a:spcAft>
              <a:buClr>
                <a:srgbClr val="000000"/>
              </a:buClr>
              <a:buSzPts val="2000"/>
              <a:buNone/>
              <a:defRPr sz="2000"/>
            </a:lvl2pPr>
            <a:lvl3pPr lvl="2" algn="ctr">
              <a:lnSpc>
                <a:spcPct val="90000"/>
              </a:lnSpc>
              <a:spcBef>
                <a:spcPts val="750"/>
              </a:spcBef>
              <a:spcAft>
                <a:spcPts val="0"/>
              </a:spcAft>
              <a:buClr>
                <a:srgbClr val="000000"/>
              </a:buClr>
              <a:buSzPts val="1800"/>
              <a:buNone/>
              <a:defRPr sz="1800"/>
            </a:lvl3pPr>
            <a:lvl4pPr lvl="3" algn="ctr">
              <a:lnSpc>
                <a:spcPct val="90000"/>
              </a:lnSpc>
              <a:spcBef>
                <a:spcPts val="750"/>
              </a:spcBef>
              <a:spcAft>
                <a:spcPts val="0"/>
              </a:spcAft>
              <a:buClr>
                <a:srgbClr val="000000"/>
              </a:buClr>
              <a:buSzPts val="1600"/>
              <a:buNone/>
              <a:defRPr sz="1600"/>
            </a:lvl4pPr>
            <a:lvl5pPr lvl="4" algn="ctr">
              <a:lnSpc>
                <a:spcPct val="90000"/>
              </a:lnSpc>
              <a:spcBef>
                <a:spcPts val="750"/>
              </a:spcBef>
              <a:spcAft>
                <a:spcPts val="0"/>
              </a:spcAft>
              <a:buClr>
                <a:srgbClr val="000000"/>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22" name="Google Shape;22;p26"/>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6"/>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6"/>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5" name="Shape 25"/>
        <p:cNvGrpSpPr/>
        <p:nvPr/>
      </p:nvGrpSpPr>
      <p:grpSpPr>
        <a:xfrm>
          <a:off x="0" y="0"/>
          <a:ext cx="0" cy="0"/>
          <a:chOff x="0" y="0"/>
          <a:chExt cx="0" cy="0"/>
        </a:xfrm>
      </p:grpSpPr>
      <p:sp>
        <p:nvSpPr>
          <p:cNvPr id="26" name="Google Shape;26;p27"/>
          <p:cNvSpPr txBox="1"/>
          <p:nvPr>
            <p:ph type="title"/>
          </p:nvPr>
        </p:nvSpPr>
        <p:spPr>
          <a:xfrm>
            <a:off x="1257300" y="547688"/>
            <a:ext cx="15773400" cy="19891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7" name="Google Shape;27;p27"/>
          <p:cNvSpPr txBox="1"/>
          <p:nvPr>
            <p:ph idx="1" type="body"/>
          </p:nvPr>
        </p:nvSpPr>
        <p:spPr>
          <a:xfrm>
            <a:off x="1257300" y="2738438"/>
            <a:ext cx="15773400" cy="65278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500"/>
              </a:spcBef>
              <a:spcAft>
                <a:spcPts val="0"/>
              </a:spcAft>
              <a:buClr>
                <a:srgbClr val="000000"/>
              </a:buClr>
              <a:buSzPts val="1800"/>
              <a:buChar char="•"/>
              <a:defRPr/>
            </a:lvl1pPr>
            <a:lvl2pPr indent="-342900" lvl="1" marL="914400" algn="l">
              <a:lnSpc>
                <a:spcPct val="90000"/>
              </a:lnSpc>
              <a:spcBef>
                <a:spcPts val="750"/>
              </a:spcBef>
              <a:spcAft>
                <a:spcPts val="0"/>
              </a:spcAft>
              <a:buClr>
                <a:srgbClr val="000000"/>
              </a:buClr>
              <a:buSzPts val="1800"/>
              <a:buChar char="•"/>
              <a:defRPr/>
            </a:lvl2pPr>
            <a:lvl3pPr indent="-342900" lvl="2" marL="1371600" algn="l">
              <a:lnSpc>
                <a:spcPct val="90000"/>
              </a:lnSpc>
              <a:spcBef>
                <a:spcPts val="750"/>
              </a:spcBef>
              <a:spcAft>
                <a:spcPts val="0"/>
              </a:spcAft>
              <a:buClr>
                <a:srgbClr val="000000"/>
              </a:buClr>
              <a:buSzPts val="1800"/>
              <a:buChar char="•"/>
              <a:defRPr/>
            </a:lvl3pPr>
            <a:lvl4pPr indent="-342900" lvl="3" marL="1828800" algn="l">
              <a:lnSpc>
                <a:spcPct val="90000"/>
              </a:lnSpc>
              <a:spcBef>
                <a:spcPts val="750"/>
              </a:spcBef>
              <a:spcAft>
                <a:spcPts val="0"/>
              </a:spcAft>
              <a:buClr>
                <a:srgbClr val="000000"/>
              </a:buClr>
              <a:buSzPts val="1800"/>
              <a:buChar char="•"/>
              <a:defRPr/>
            </a:lvl4pPr>
            <a:lvl5pPr indent="-342900" lvl="4" marL="2286000" algn="l">
              <a:lnSpc>
                <a:spcPct val="90000"/>
              </a:lnSpc>
              <a:spcBef>
                <a:spcPts val="75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27"/>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27"/>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27"/>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1" name="Shape 31"/>
        <p:cNvGrpSpPr/>
        <p:nvPr/>
      </p:nvGrpSpPr>
      <p:grpSpPr>
        <a:xfrm>
          <a:off x="0" y="0"/>
          <a:ext cx="0" cy="0"/>
          <a:chOff x="0" y="0"/>
          <a:chExt cx="0" cy="0"/>
        </a:xfrm>
      </p:grpSpPr>
      <p:sp>
        <p:nvSpPr>
          <p:cNvPr id="32" name="Google Shape;32;p28"/>
          <p:cNvSpPr txBox="1"/>
          <p:nvPr>
            <p:ph type="title"/>
          </p:nvPr>
        </p:nvSpPr>
        <p:spPr>
          <a:xfrm>
            <a:off x="1247775" y="2565400"/>
            <a:ext cx="15773400" cy="4278313"/>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3" name="Google Shape;33;p28"/>
          <p:cNvSpPr txBox="1"/>
          <p:nvPr>
            <p:ph idx="1" type="body"/>
          </p:nvPr>
        </p:nvSpPr>
        <p:spPr>
          <a:xfrm>
            <a:off x="1247775" y="6884988"/>
            <a:ext cx="15773400" cy="22494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500"/>
              </a:spcBef>
              <a:spcAft>
                <a:spcPts val="0"/>
              </a:spcAft>
              <a:buClr>
                <a:srgbClr val="000000"/>
              </a:buClr>
              <a:buSzPts val="2400"/>
              <a:buNone/>
              <a:defRPr sz="2400"/>
            </a:lvl1pPr>
            <a:lvl2pPr indent="-228600" lvl="1" marL="914400" algn="l">
              <a:lnSpc>
                <a:spcPct val="90000"/>
              </a:lnSpc>
              <a:spcBef>
                <a:spcPts val="750"/>
              </a:spcBef>
              <a:spcAft>
                <a:spcPts val="0"/>
              </a:spcAft>
              <a:buClr>
                <a:srgbClr val="000000"/>
              </a:buClr>
              <a:buSzPts val="2000"/>
              <a:buNone/>
              <a:defRPr sz="2000"/>
            </a:lvl2pPr>
            <a:lvl3pPr indent="-228600" lvl="2" marL="1371600" algn="l">
              <a:lnSpc>
                <a:spcPct val="90000"/>
              </a:lnSpc>
              <a:spcBef>
                <a:spcPts val="750"/>
              </a:spcBef>
              <a:spcAft>
                <a:spcPts val="0"/>
              </a:spcAft>
              <a:buClr>
                <a:srgbClr val="000000"/>
              </a:buClr>
              <a:buSzPts val="1800"/>
              <a:buNone/>
              <a:defRPr sz="1800"/>
            </a:lvl3pPr>
            <a:lvl4pPr indent="-228600" lvl="3" marL="1828800" algn="l">
              <a:lnSpc>
                <a:spcPct val="90000"/>
              </a:lnSpc>
              <a:spcBef>
                <a:spcPts val="750"/>
              </a:spcBef>
              <a:spcAft>
                <a:spcPts val="0"/>
              </a:spcAft>
              <a:buClr>
                <a:srgbClr val="000000"/>
              </a:buClr>
              <a:buSzPts val="1600"/>
              <a:buNone/>
              <a:defRPr sz="1600"/>
            </a:lvl4pPr>
            <a:lvl5pPr indent="-228600" lvl="4" marL="2286000" algn="l">
              <a:lnSpc>
                <a:spcPct val="90000"/>
              </a:lnSpc>
              <a:spcBef>
                <a:spcPts val="750"/>
              </a:spcBef>
              <a:spcAft>
                <a:spcPts val="0"/>
              </a:spcAft>
              <a:buClr>
                <a:srgbClr val="000000"/>
              </a:buClr>
              <a:buSzPts val="1600"/>
              <a:buNone/>
              <a:defRPr sz="1600"/>
            </a:lvl5pPr>
            <a:lvl6pPr indent="-228600" lvl="5" marL="2743200" algn="l">
              <a:lnSpc>
                <a:spcPct val="90000"/>
              </a:lnSpc>
              <a:spcBef>
                <a:spcPts val="500"/>
              </a:spcBef>
              <a:spcAft>
                <a:spcPts val="0"/>
              </a:spcAft>
              <a:buClr>
                <a:schemeClr val="dk1"/>
              </a:buClr>
              <a:buSzPts val="1600"/>
              <a:buNone/>
              <a:defRPr sz="1600"/>
            </a:lvl6pPr>
            <a:lvl7pPr indent="-228600" lvl="6" marL="3200400" algn="l">
              <a:lnSpc>
                <a:spcPct val="90000"/>
              </a:lnSpc>
              <a:spcBef>
                <a:spcPts val="500"/>
              </a:spcBef>
              <a:spcAft>
                <a:spcPts val="0"/>
              </a:spcAft>
              <a:buClr>
                <a:schemeClr val="dk1"/>
              </a:buClr>
              <a:buSzPts val="1600"/>
              <a:buNone/>
              <a:defRPr sz="1600"/>
            </a:lvl7pPr>
            <a:lvl8pPr indent="-228600" lvl="7" marL="3657600" algn="l">
              <a:lnSpc>
                <a:spcPct val="90000"/>
              </a:lnSpc>
              <a:spcBef>
                <a:spcPts val="500"/>
              </a:spcBef>
              <a:spcAft>
                <a:spcPts val="0"/>
              </a:spcAft>
              <a:buClr>
                <a:schemeClr val="dk1"/>
              </a:buClr>
              <a:buSzPts val="1600"/>
              <a:buNone/>
              <a:defRPr sz="1600"/>
            </a:lvl8pPr>
            <a:lvl9pPr indent="-228600" lvl="8" marL="4114800" algn="l">
              <a:lnSpc>
                <a:spcPct val="90000"/>
              </a:lnSpc>
              <a:spcBef>
                <a:spcPts val="500"/>
              </a:spcBef>
              <a:spcAft>
                <a:spcPts val="0"/>
              </a:spcAft>
              <a:buClr>
                <a:schemeClr val="dk1"/>
              </a:buClr>
              <a:buSzPts val="1600"/>
              <a:buNone/>
              <a:defRPr sz="1600"/>
            </a:lvl9pPr>
          </a:lstStyle>
          <a:p/>
        </p:txBody>
      </p:sp>
      <p:sp>
        <p:nvSpPr>
          <p:cNvPr id="34" name="Google Shape;34;p28"/>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28"/>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28"/>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7" name="Shape 37"/>
        <p:cNvGrpSpPr/>
        <p:nvPr/>
      </p:nvGrpSpPr>
      <p:grpSpPr>
        <a:xfrm>
          <a:off x="0" y="0"/>
          <a:ext cx="0" cy="0"/>
          <a:chOff x="0" y="0"/>
          <a:chExt cx="0" cy="0"/>
        </a:xfrm>
      </p:grpSpPr>
      <p:sp>
        <p:nvSpPr>
          <p:cNvPr id="38" name="Google Shape;38;p29"/>
          <p:cNvSpPr txBox="1"/>
          <p:nvPr>
            <p:ph type="title"/>
          </p:nvPr>
        </p:nvSpPr>
        <p:spPr>
          <a:xfrm>
            <a:off x="1257300" y="547688"/>
            <a:ext cx="15773400" cy="19891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9" name="Google Shape;39;p29"/>
          <p:cNvSpPr txBox="1"/>
          <p:nvPr>
            <p:ph idx="1" type="body"/>
          </p:nvPr>
        </p:nvSpPr>
        <p:spPr>
          <a:xfrm>
            <a:off x="1257300" y="2738438"/>
            <a:ext cx="7810500" cy="65278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500"/>
              </a:spcBef>
              <a:spcAft>
                <a:spcPts val="0"/>
              </a:spcAft>
              <a:buClr>
                <a:srgbClr val="000000"/>
              </a:buClr>
              <a:buSzPts val="1800"/>
              <a:buChar char="•"/>
              <a:defRPr/>
            </a:lvl1pPr>
            <a:lvl2pPr indent="-342900" lvl="1" marL="914400" algn="l">
              <a:lnSpc>
                <a:spcPct val="90000"/>
              </a:lnSpc>
              <a:spcBef>
                <a:spcPts val="750"/>
              </a:spcBef>
              <a:spcAft>
                <a:spcPts val="0"/>
              </a:spcAft>
              <a:buClr>
                <a:srgbClr val="000000"/>
              </a:buClr>
              <a:buSzPts val="1800"/>
              <a:buChar char="•"/>
              <a:defRPr/>
            </a:lvl2pPr>
            <a:lvl3pPr indent="-342900" lvl="2" marL="1371600" algn="l">
              <a:lnSpc>
                <a:spcPct val="90000"/>
              </a:lnSpc>
              <a:spcBef>
                <a:spcPts val="750"/>
              </a:spcBef>
              <a:spcAft>
                <a:spcPts val="0"/>
              </a:spcAft>
              <a:buClr>
                <a:srgbClr val="000000"/>
              </a:buClr>
              <a:buSzPts val="1800"/>
              <a:buChar char="•"/>
              <a:defRPr/>
            </a:lvl3pPr>
            <a:lvl4pPr indent="-342900" lvl="3" marL="1828800" algn="l">
              <a:lnSpc>
                <a:spcPct val="90000"/>
              </a:lnSpc>
              <a:spcBef>
                <a:spcPts val="750"/>
              </a:spcBef>
              <a:spcAft>
                <a:spcPts val="0"/>
              </a:spcAft>
              <a:buClr>
                <a:srgbClr val="000000"/>
              </a:buClr>
              <a:buSzPts val="1800"/>
              <a:buChar char="•"/>
              <a:defRPr/>
            </a:lvl4pPr>
            <a:lvl5pPr indent="-342900" lvl="4" marL="2286000" algn="l">
              <a:lnSpc>
                <a:spcPct val="90000"/>
              </a:lnSpc>
              <a:spcBef>
                <a:spcPts val="75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29"/>
          <p:cNvSpPr txBox="1"/>
          <p:nvPr>
            <p:ph idx="2" type="body"/>
          </p:nvPr>
        </p:nvSpPr>
        <p:spPr>
          <a:xfrm>
            <a:off x="9220200" y="2738438"/>
            <a:ext cx="7810500" cy="65278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500"/>
              </a:spcBef>
              <a:spcAft>
                <a:spcPts val="0"/>
              </a:spcAft>
              <a:buClr>
                <a:srgbClr val="000000"/>
              </a:buClr>
              <a:buSzPts val="1800"/>
              <a:buChar char="•"/>
              <a:defRPr/>
            </a:lvl1pPr>
            <a:lvl2pPr indent="-342900" lvl="1" marL="914400" algn="l">
              <a:lnSpc>
                <a:spcPct val="90000"/>
              </a:lnSpc>
              <a:spcBef>
                <a:spcPts val="750"/>
              </a:spcBef>
              <a:spcAft>
                <a:spcPts val="0"/>
              </a:spcAft>
              <a:buClr>
                <a:srgbClr val="000000"/>
              </a:buClr>
              <a:buSzPts val="1800"/>
              <a:buChar char="•"/>
              <a:defRPr/>
            </a:lvl2pPr>
            <a:lvl3pPr indent="-342900" lvl="2" marL="1371600" algn="l">
              <a:lnSpc>
                <a:spcPct val="90000"/>
              </a:lnSpc>
              <a:spcBef>
                <a:spcPts val="750"/>
              </a:spcBef>
              <a:spcAft>
                <a:spcPts val="0"/>
              </a:spcAft>
              <a:buClr>
                <a:srgbClr val="000000"/>
              </a:buClr>
              <a:buSzPts val="1800"/>
              <a:buChar char="•"/>
              <a:defRPr/>
            </a:lvl3pPr>
            <a:lvl4pPr indent="-342900" lvl="3" marL="1828800" algn="l">
              <a:lnSpc>
                <a:spcPct val="90000"/>
              </a:lnSpc>
              <a:spcBef>
                <a:spcPts val="750"/>
              </a:spcBef>
              <a:spcAft>
                <a:spcPts val="0"/>
              </a:spcAft>
              <a:buClr>
                <a:srgbClr val="000000"/>
              </a:buClr>
              <a:buSzPts val="1800"/>
              <a:buChar char="•"/>
              <a:defRPr/>
            </a:lvl4pPr>
            <a:lvl5pPr indent="-342900" lvl="4" marL="2286000" algn="l">
              <a:lnSpc>
                <a:spcPct val="90000"/>
              </a:lnSpc>
              <a:spcBef>
                <a:spcPts val="75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29"/>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29"/>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29"/>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4" name="Shape 44"/>
        <p:cNvGrpSpPr/>
        <p:nvPr/>
      </p:nvGrpSpPr>
      <p:grpSpPr>
        <a:xfrm>
          <a:off x="0" y="0"/>
          <a:ext cx="0" cy="0"/>
          <a:chOff x="0" y="0"/>
          <a:chExt cx="0" cy="0"/>
        </a:xfrm>
      </p:grpSpPr>
      <p:sp>
        <p:nvSpPr>
          <p:cNvPr id="45" name="Google Shape;45;p30"/>
          <p:cNvSpPr txBox="1"/>
          <p:nvPr>
            <p:ph type="title"/>
          </p:nvPr>
        </p:nvSpPr>
        <p:spPr>
          <a:xfrm>
            <a:off x="1260475" y="547688"/>
            <a:ext cx="15773400" cy="19891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6" name="Google Shape;46;p30"/>
          <p:cNvSpPr txBox="1"/>
          <p:nvPr>
            <p:ph idx="1" type="body"/>
          </p:nvPr>
        </p:nvSpPr>
        <p:spPr>
          <a:xfrm>
            <a:off x="1260475" y="2522538"/>
            <a:ext cx="7735888" cy="123507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500"/>
              </a:spcBef>
              <a:spcAft>
                <a:spcPts val="0"/>
              </a:spcAft>
              <a:buClr>
                <a:srgbClr val="000000"/>
              </a:buClr>
              <a:buSzPts val="2400"/>
              <a:buNone/>
              <a:defRPr b="1" sz="2400"/>
            </a:lvl1pPr>
            <a:lvl2pPr indent="-228600" lvl="1" marL="914400" algn="l">
              <a:lnSpc>
                <a:spcPct val="90000"/>
              </a:lnSpc>
              <a:spcBef>
                <a:spcPts val="750"/>
              </a:spcBef>
              <a:spcAft>
                <a:spcPts val="0"/>
              </a:spcAft>
              <a:buClr>
                <a:srgbClr val="000000"/>
              </a:buClr>
              <a:buSzPts val="2000"/>
              <a:buNone/>
              <a:defRPr b="1" sz="2000"/>
            </a:lvl2pPr>
            <a:lvl3pPr indent="-228600" lvl="2" marL="1371600" algn="l">
              <a:lnSpc>
                <a:spcPct val="90000"/>
              </a:lnSpc>
              <a:spcBef>
                <a:spcPts val="750"/>
              </a:spcBef>
              <a:spcAft>
                <a:spcPts val="0"/>
              </a:spcAft>
              <a:buClr>
                <a:srgbClr val="000000"/>
              </a:buClr>
              <a:buSzPts val="1800"/>
              <a:buNone/>
              <a:defRPr b="1" sz="1800"/>
            </a:lvl3pPr>
            <a:lvl4pPr indent="-228600" lvl="3" marL="1828800" algn="l">
              <a:lnSpc>
                <a:spcPct val="90000"/>
              </a:lnSpc>
              <a:spcBef>
                <a:spcPts val="750"/>
              </a:spcBef>
              <a:spcAft>
                <a:spcPts val="0"/>
              </a:spcAft>
              <a:buClr>
                <a:srgbClr val="000000"/>
              </a:buClr>
              <a:buSzPts val="1600"/>
              <a:buNone/>
              <a:defRPr b="1" sz="1600"/>
            </a:lvl4pPr>
            <a:lvl5pPr indent="-228600" lvl="4" marL="2286000" algn="l">
              <a:lnSpc>
                <a:spcPct val="90000"/>
              </a:lnSpc>
              <a:spcBef>
                <a:spcPts val="750"/>
              </a:spcBef>
              <a:spcAft>
                <a:spcPts val="0"/>
              </a:spcAft>
              <a:buClr>
                <a:srgbClr val="000000"/>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7" name="Google Shape;47;p30"/>
          <p:cNvSpPr txBox="1"/>
          <p:nvPr>
            <p:ph idx="2" type="body"/>
          </p:nvPr>
        </p:nvSpPr>
        <p:spPr>
          <a:xfrm>
            <a:off x="1260475" y="3757613"/>
            <a:ext cx="7735888" cy="55276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500"/>
              </a:spcBef>
              <a:spcAft>
                <a:spcPts val="0"/>
              </a:spcAft>
              <a:buClr>
                <a:srgbClr val="000000"/>
              </a:buClr>
              <a:buSzPts val="1800"/>
              <a:buChar char="•"/>
              <a:defRPr/>
            </a:lvl1pPr>
            <a:lvl2pPr indent="-342900" lvl="1" marL="914400" algn="l">
              <a:lnSpc>
                <a:spcPct val="90000"/>
              </a:lnSpc>
              <a:spcBef>
                <a:spcPts val="750"/>
              </a:spcBef>
              <a:spcAft>
                <a:spcPts val="0"/>
              </a:spcAft>
              <a:buClr>
                <a:srgbClr val="000000"/>
              </a:buClr>
              <a:buSzPts val="1800"/>
              <a:buChar char="•"/>
              <a:defRPr/>
            </a:lvl2pPr>
            <a:lvl3pPr indent="-342900" lvl="2" marL="1371600" algn="l">
              <a:lnSpc>
                <a:spcPct val="90000"/>
              </a:lnSpc>
              <a:spcBef>
                <a:spcPts val="750"/>
              </a:spcBef>
              <a:spcAft>
                <a:spcPts val="0"/>
              </a:spcAft>
              <a:buClr>
                <a:srgbClr val="000000"/>
              </a:buClr>
              <a:buSzPts val="1800"/>
              <a:buChar char="•"/>
              <a:defRPr/>
            </a:lvl3pPr>
            <a:lvl4pPr indent="-342900" lvl="3" marL="1828800" algn="l">
              <a:lnSpc>
                <a:spcPct val="90000"/>
              </a:lnSpc>
              <a:spcBef>
                <a:spcPts val="750"/>
              </a:spcBef>
              <a:spcAft>
                <a:spcPts val="0"/>
              </a:spcAft>
              <a:buClr>
                <a:srgbClr val="000000"/>
              </a:buClr>
              <a:buSzPts val="1800"/>
              <a:buChar char="•"/>
              <a:defRPr/>
            </a:lvl4pPr>
            <a:lvl5pPr indent="-342900" lvl="4" marL="2286000" algn="l">
              <a:lnSpc>
                <a:spcPct val="90000"/>
              </a:lnSpc>
              <a:spcBef>
                <a:spcPts val="75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8" name="Google Shape;48;p30"/>
          <p:cNvSpPr txBox="1"/>
          <p:nvPr>
            <p:ph idx="3" type="body"/>
          </p:nvPr>
        </p:nvSpPr>
        <p:spPr>
          <a:xfrm>
            <a:off x="9258300" y="2522538"/>
            <a:ext cx="7775575" cy="1235075"/>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500"/>
              </a:spcBef>
              <a:spcAft>
                <a:spcPts val="0"/>
              </a:spcAft>
              <a:buClr>
                <a:srgbClr val="000000"/>
              </a:buClr>
              <a:buSzPts val="2400"/>
              <a:buNone/>
              <a:defRPr b="1" sz="2400"/>
            </a:lvl1pPr>
            <a:lvl2pPr indent="-228600" lvl="1" marL="914400" algn="l">
              <a:lnSpc>
                <a:spcPct val="90000"/>
              </a:lnSpc>
              <a:spcBef>
                <a:spcPts val="750"/>
              </a:spcBef>
              <a:spcAft>
                <a:spcPts val="0"/>
              </a:spcAft>
              <a:buClr>
                <a:srgbClr val="000000"/>
              </a:buClr>
              <a:buSzPts val="2000"/>
              <a:buNone/>
              <a:defRPr b="1" sz="2000"/>
            </a:lvl2pPr>
            <a:lvl3pPr indent="-228600" lvl="2" marL="1371600" algn="l">
              <a:lnSpc>
                <a:spcPct val="90000"/>
              </a:lnSpc>
              <a:spcBef>
                <a:spcPts val="750"/>
              </a:spcBef>
              <a:spcAft>
                <a:spcPts val="0"/>
              </a:spcAft>
              <a:buClr>
                <a:srgbClr val="000000"/>
              </a:buClr>
              <a:buSzPts val="1800"/>
              <a:buNone/>
              <a:defRPr b="1" sz="1800"/>
            </a:lvl3pPr>
            <a:lvl4pPr indent="-228600" lvl="3" marL="1828800" algn="l">
              <a:lnSpc>
                <a:spcPct val="90000"/>
              </a:lnSpc>
              <a:spcBef>
                <a:spcPts val="750"/>
              </a:spcBef>
              <a:spcAft>
                <a:spcPts val="0"/>
              </a:spcAft>
              <a:buClr>
                <a:srgbClr val="000000"/>
              </a:buClr>
              <a:buSzPts val="1600"/>
              <a:buNone/>
              <a:defRPr b="1" sz="1600"/>
            </a:lvl4pPr>
            <a:lvl5pPr indent="-228600" lvl="4" marL="2286000" algn="l">
              <a:lnSpc>
                <a:spcPct val="90000"/>
              </a:lnSpc>
              <a:spcBef>
                <a:spcPts val="750"/>
              </a:spcBef>
              <a:spcAft>
                <a:spcPts val="0"/>
              </a:spcAft>
              <a:buClr>
                <a:srgbClr val="000000"/>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9" name="Google Shape;49;p30"/>
          <p:cNvSpPr txBox="1"/>
          <p:nvPr>
            <p:ph idx="4" type="body"/>
          </p:nvPr>
        </p:nvSpPr>
        <p:spPr>
          <a:xfrm>
            <a:off x="9258300" y="3757613"/>
            <a:ext cx="7775575" cy="552767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500"/>
              </a:spcBef>
              <a:spcAft>
                <a:spcPts val="0"/>
              </a:spcAft>
              <a:buClr>
                <a:srgbClr val="000000"/>
              </a:buClr>
              <a:buSzPts val="1800"/>
              <a:buChar char="•"/>
              <a:defRPr/>
            </a:lvl1pPr>
            <a:lvl2pPr indent="-342900" lvl="1" marL="914400" algn="l">
              <a:lnSpc>
                <a:spcPct val="90000"/>
              </a:lnSpc>
              <a:spcBef>
                <a:spcPts val="750"/>
              </a:spcBef>
              <a:spcAft>
                <a:spcPts val="0"/>
              </a:spcAft>
              <a:buClr>
                <a:srgbClr val="000000"/>
              </a:buClr>
              <a:buSzPts val="1800"/>
              <a:buChar char="•"/>
              <a:defRPr/>
            </a:lvl2pPr>
            <a:lvl3pPr indent="-342900" lvl="2" marL="1371600" algn="l">
              <a:lnSpc>
                <a:spcPct val="90000"/>
              </a:lnSpc>
              <a:spcBef>
                <a:spcPts val="750"/>
              </a:spcBef>
              <a:spcAft>
                <a:spcPts val="0"/>
              </a:spcAft>
              <a:buClr>
                <a:srgbClr val="000000"/>
              </a:buClr>
              <a:buSzPts val="1800"/>
              <a:buChar char="•"/>
              <a:defRPr/>
            </a:lvl3pPr>
            <a:lvl4pPr indent="-342900" lvl="3" marL="1828800" algn="l">
              <a:lnSpc>
                <a:spcPct val="90000"/>
              </a:lnSpc>
              <a:spcBef>
                <a:spcPts val="750"/>
              </a:spcBef>
              <a:spcAft>
                <a:spcPts val="0"/>
              </a:spcAft>
              <a:buClr>
                <a:srgbClr val="000000"/>
              </a:buClr>
              <a:buSzPts val="1800"/>
              <a:buChar char="•"/>
              <a:defRPr/>
            </a:lvl4pPr>
            <a:lvl5pPr indent="-342900" lvl="4" marL="2286000" algn="l">
              <a:lnSpc>
                <a:spcPct val="90000"/>
              </a:lnSpc>
              <a:spcBef>
                <a:spcPts val="75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30"/>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30"/>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30"/>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31"/>
          <p:cNvSpPr txBox="1"/>
          <p:nvPr>
            <p:ph type="title"/>
          </p:nvPr>
        </p:nvSpPr>
        <p:spPr>
          <a:xfrm>
            <a:off x="1257300" y="547688"/>
            <a:ext cx="15773400" cy="19891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5" name="Google Shape;55;p31"/>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31"/>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31"/>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2"/>
          <p:cNvSpPr txBox="1"/>
          <p:nvPr>
            <p:ph type="title"/>
          </p:nvPr>
        </p:nvSpPr>
        <p:spPr>
          <a:xfrm>
            <a:off x="1260475" y="685800"/>
            <a:ext cx="5897563" cy="24003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32"/>
          <p:cNvSpPr txBox="1"/>
          <p:nvPr>
            <p:ph idx="1" type="body"/>
          </p:nvPr>
        </p:nvSpPr>
        <p:spPr>
          <a:xfrm>
            <a:off x="7775575" y="1481138"/>
            <a:ext cx="9258300" cy="7310437"/>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500"/>
              </a:spcBef>
              <a:spcAft>
                <a:spcPts val="0"/>
              </a:spcAft>
              <a:buClr>
                <a:srgbClr val="000000"/>
              </a:buClr>
              <a:buSzPts val="3200"/>
              <a:buChar char="•"/>
              <a:defRPr sz="3200"/>
            </a:lvl1pPr>
            <a:lvl2pPr indent="-406400" lvl="1" marL="914400" algn="l">
              <a:lnSpc>
                <a:spcPct val="90000"/>
              </a:lnSpc>
              <a:spcBef>
                <a:spcPts val="750"/>
              </a:spcBef>
              <a:spcAft>
                <a:spcPts val="0"/>
              </a:spcAft>
              <a:buClr>
                <a:srgbClr val="000000"/>
              </a:buClr>
              <a:buSzPts val="2800"/>
              <a:buChar char="•"/>
              <a:defRPr sz="2800"/>
            </a:lvl2pPr>
            <a:lvl3pPr indent="-381000" lvl="2" marL="1371600" algn="l">
              <a:lnSpc>
                <a:spcPct val="90000"/>
              </a:lnSpc>
              <a:spcBef>
                <a:spcPts val="750"/>
              </a:spcBef>
              <a:spcAft>
                <a:spcPts val="0"/>
              </a:spcAft>
              <a:buClr>
                <a:srgbClr val="000000"/>
              </a:buClr>
              <a:buSzPts val="2400"/>
              <a:buChar char="•"/>
              <a:defRPr sz="2400"/>
            </a:lvl3pPr>
            <a:lvl4pPr indent="-355600" lvl="3" marL="1828800" algn="l">
              <a:lnSpc>
                <a:spcPct val="90000"/>
              </a:lnSpc>
              <a:spcBef>
                <a:spcPts val="750"/>
              </a:spcBef>
              <a:spcAft>
                <a:spcPts val="0"/>
              </a:spcAft>
              <a:buClr>
                <a:srgbClr val="000000"/>
              </a:buClr>
              <a:buSzPts val="2000"/>
              <a:buChar char="•"/>
              <a:defRPr sz="2000"/>
            </a:lvl4pPr>
            <a:lvl5pPr indent="-355600" lvl="4" marL="2286000" algn="l">
              <a:lnSpc>
                <a:spcPct val="90000"/>
              </a:lnSpc>
              <a:spcBef>
                <a:spcPts val="750"/>
              </a:spcBef>
              <a:spcAft>
                <a:spcPts val="0"/>
              </a:spcAft>
              <a:buClr>
                <a:srgbClr val="000000"/>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2"/>
          <p:cNvSpPr txBox="1"/>
          <p:nvPr>
            <p:ph idx="2" type="body"/>
          </p:nvPr>
        </p:nvSpPr>
        <p:spPr>
          <a:xfrm>
            <a:off x="1260475" y="3086100"/>
            <a:ext cx="5897563" cy="571817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500"/>
              </a:spcBef>
              <a:spcAft>
                <a:spcPts val="0"/>
              </a:spcAft>
              <a:buClr>
                <a:srgbClr val="000000"/>
              </a:buClr>
              <a:buSzPts val="1600"/>
              <a:buNone/>
              <a:defRPr sz="1600"/>
            </a:lvl1pPr>
            <a:lvl2pPr indent="-228600" lvl="1" marL="914400" algn="l">
              <a:lnSpc>
                <a:spcPct val="90000"/>
              </a:lnSpc>
              <a:spcBef>
                <a:spcPts val="750"/>
              </a:spcBef>
              <a:spcAft>
                <a:spcPts val="0"/>
              </a:spcAft>
              <a:buClr>
                <a:srgbClr val="000000"/>
              </a:buClr>
              <a:buSzPts val="1400"/>
              <a:buNone/>
              <a:defRPr sz="1400"/>
            </a:lvl2pPr>
            <a:lvl3pPr indent="-228600" lvl="2" marL="1371600" algn="l">
              <a:lnSpc>
                <a:spcPct val="90000"/>
              </a:lnSpc>
              <a:spcBef>
                <a:spcPts val="750"/>
              </a:spcBef>
              <a:spcAft>
                <a:spcPts val="0"/>
              </a:spcAft>
              <a:buClr>
                <a:srgbClr val="000000"/>
              </a:buClr>
              <a:buSzPts val="1200"/>
              <a:buNone/>
              <a:defRPr sz="1200"/>
            </a:lvl3pPr>
            <a:lvl4pPr indent="-228600" lvl="3" marL="1828800" algn="l">
              <a:lnSpc>
                <a:spcPct val="90000"/>
              </a:lnSpc>
              <a:spcBef>
                <a:spcPts val="750"/>
              </a:spcBef>
              <a:spcAft>
                <a:spcPts val="0"/>
              </a:spcAft>
              <a:buClr>
                <a:srgbClr val="000000"/>
              </a:buClr>
              <a:buSzPts val="1000"/>
              <a:buNone/>
              <a:defRPr sz="1000"/>
            </a:lvl4pPr>
            <a:lvl5pPr indent="-228600" lvl="4" marL="2286000" algn="l">
              <a:lnSpc>
                <a:spcPct val="90000"/>
              </a:lnSpc>
              <a:spcBef>
                <a:spcPts val="750"/>
              </a:spcBef>
              <a:spcAft>
                <a:spcPts val="0"/>
              </a:spcAft>
              <a:buClr>
                <a:srgbClr val="000000"/>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2"/>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32"/>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32"/>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3"/>
          <p:cNvSpPr txBox="1"/>
          <p:nvPr>
            <p:ph type="title"/>
          </p:nvPr>
        </p:nvSpPr>
        <p:spPr>
          <a:xfrm>
            <a:off x="1260475" y="685800"/>
            <a:ext cx="5897563" cy="24003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7" name="Google Shape;67;p33"/>
          <p:cNvSpPr/>
          <p:nvPr>
            <p:ph idx="2" type="pic"/>
          </p:nvPr>
        </p:nvSpPr>
        <p:spPr>
          <a:xfrm>
            <a:off x="7775575" y="1481138"/>
            <a:ext cx="9258300" cy="7310437"/>
          </a:xfrm>
          <a:prstGeom prst="rect">
            <a:avLst/>
          </a:prstGeom>
          <a:noFill/>
          <a:ln>
            <a:noFill/>
          </a:ln>
        </p:spPr>
      </p:sp>
      <p:sp>
        <p:nvSpPr>
          <p:cNvPr id="68" name="Google Shape;68;p33"/>
          <p:cNvSpPr txBox="1"/>
          <p:nvPr>
            <p:ph idx="1" type="body"/>
          </p:nvPr>
        </p:nvSpPr>
        <p:spPr>
          <a:xfrm>
            <a:off x="1260475" y="3086100"/>
            <a:ext cx="5897563" cy="5718175"/>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500"/>
              </a:spcBef>
              <a:spcAft>
                <a:spcPts val="0"/>
              </a:spcAft>
              <a:buClr>
                <a:srgbClr val="000000"/>
              </a:buClr>
              <a:buSzPts val="1600"/>
              <a:buNone/>
              <a:defRPr sz="1600"/>
            </a:lvl1pPr>
            <a:lvl2pPr indent="-228600" lvl="1" marL="914400" algn="l">
              <a:lnSpc>
                <a:spcPct val="90000"/>
              </a:lnSpc>
              <a:spcBef>
                <a:spcPts val="750"/>
              </a:spcBef>
              <a:spcAft>
                <a:spcPts val="0"/>
              </a:spcAft>
              <a:buClr>
                <a:srgbClr val="000000"/>
              </a:buClr>
              <a:buSzPts val="1400"/>
              <a:buNone/>
              <a:defRPr sz="1400"/>
            </a:lvl2pPr>
            <a:lvl3pPr indent="-228600" lvl="2" marL="1371600" algn="l">
              <a:lnSpc>
                <a:spcPct val="90000"/>
              </a:lnSpc>
              <a:spcBef>
                <a:spcPts val="750"/>
              </a:spcBef>
              <a:spcAft>
                <a:spcPts val="0"/>
              </a:spcAft>
              <a:buClr>
                <a:srgbClr val="000000"/>
              </a:buClr>
              <a:buSzPts val="1200"/>
              <a:buNone/>
              <a:defRPr sz="1200"/>
            </a:lvl3pPr>
            <a:lvl4pPr indent="-228600" lvl="3" marL="1828800" algn="l">
              <a:lnSpc>
                <a:spcPct val="90000"/>
              </a:lnSpc>
              <a:spcBef>
                <a:spcPts val="750"/>
              </a:spcBef>
              <a:spcAft>
                <a:spcPts val="0"/>
              </a:spcAft>
              <a:buClr>
                <a:srgbClr val="000000"/>
              </a:buClr>
              <a:buSzPts val="1000"/>
              <a:buNone/>
              <a:defRPr sz="1000"/>
            </a:lvl4pPr>
            <a:lvl5pPr indent="-228600" lvl="4" marL="2286000" algn="l">
              <a:lnSpc>
                <a:spcPct val="90000"/>
              </a:lnSpc>
              <a:spcBef>
                <a:spcPts val="750"/>
              </a:spcBef>
              <a:spcAft>
                <a:spcPts val="0"/>
              </a:spcAft>
              <a:buClr>
                <a:srgbClr val="000000"/>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3"/>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33"/>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33"/>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4"/>
          <p:cNvSpPr txBox="1"/>
          <p:nvPr>
            <p:ph type="title"/>
          </p:nvPr>
        </p:nvSpPr>
        <p:spPr>
          <a:xfrm>
            <a:off x="1257300" y="547688"/>
            <a:ext cx="15773400" cy="1989137"/>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34"/>
          <p:cNvSpPr txBox="1"/>
          <p:nvPr>
            <p:ph idx="1" type="body"/>
          </p:nvPr>
        </p:nvSpPr>
        <p:spPr>
          <a:xfrm rot="5400000">
            <a:off x="5880100" y="-1884362"/>
            <a:ext cx="6527800" cy="157734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500"/>
              </a:spcBef>
              <a:spcAft>
                <a:spcPts val="0"/>
              </a:spcAft>
              <a:buClr>
                <a:srgbClr val="000000"/>
              </a:buClr>
              <a:buSzPts val="1800"/>
              <a:buChar char="•"/>
              <a:defRPr/>
            </a:lvl1pPr>
            <a:lvl2pPr indent="-342900" lvl="1" marL="914400" algn="l">
              <a:lnSpc>
                <a:spcPct val="90000"/>
              </a:lnSpc>
              <a:spcBef>
                <a:spcPts val="750"/>
              </a:spcBef>
              <a:spcAft>
                <a:spcPts val="0"/>
              </a:spcAft>
              <a:buClr>
                <a:srgbClr val="000000"/>
              </a:buClr>
              <a:buSzPts val="1800"/>
              <a:buChar char="•"/>
              <a:defRPr/>
            </a:lvl2pPr>
            <a:lvl3pPr indent="-342900" lvl="2" marL="1371600" algn="l">
              <a:lnSpc>
                <a:spcPct val="90000"/>
              </a:lnSpc>
              <a:spcBef>
                <a:spcPts val="750"/>
              </a:spcBef>
              <a:spcAft>
                <a:spcPts val="0"/>
              </a:spcAft>
              <a:buClr>
                <a:srgbClr val="000000"/>
              </a:buClr>
              <a:buSzPts val="1800"/>
              <a:buChar char="•"/>
              <a:defRPr/>
            </a:lvl3pPr>
            <a:lvl4pPr indent="-342900" lvl="3" marL="1828800" algn="l">
              <a:lnSpc>
                <a:spcPct val="90000"/>
              </a:lnSpc>
              <a:spcBef>
                <a:spcPts val="750"/>
              </a:spcBef>
              <a:spcAft>
                <a:spcPts val="0"/>
              </a:spcAft>
              <a:buClr>
                <a:srgbClr val="000000"/>
              </a:buClr>
              <a:buSzPts val="1800"/>
              <a:buChar char="•"/>
              <a:defRPr/>
            </a:lvl4pPr>
            <a:lvl5pPr indent="-342900" lvl="4" marL="2286000" algn="l">
              <a:lnSpc>
                <a:spcPct val="90000"/>
              </a:lnSpc>
              <a:spcBef>
                <a:spcPts val="75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4"/>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6" name="Google Shape;76;p34"/>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34"/>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5"/>
          <p:cNvSpPr txBox="1"/>
          <p:nvPr>
            <p:ph type="title"/>
          </p:nvPr>
        </p:nvSpPr>
        <p:spPr>
          <a:xfrm rot="5400000">
            <a:off x="10699750" y="2935288"/>
            <a:ext cx="8718550" cy="394335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80" name="Google Shape;80;p35"/>
          <p:cNvSpPr txBox="1"/>
          <p:nvPr>
            <p:ph idx="1" type="body"/>
          </p:nvPr>
        </p:nvSpPr>
        <p:spPr>
          <a:xfrm rot="5400000">
            <a:off x="2736850" y="-931862"/>
            <a:ext cx="8718550" cy="1167765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500"/>
              </a:spcBef>
              <a:spcAft>
                <a:spcPts val="0"/>
              </a:spcAft>
              <a:buClr>
                <a:srgbClr val="000000"/>
              </a:buClr>
              <a:buSzPts val="1800"/>
              <a:buChar char="•"/>
              <a:defRPr/>
            </a:lvl1pPr>
            <a:lvl2pPr indent="-342900" lvl="1" marL="914400" algn="l">
              <a:lnSpc>
                <a:spcPct val="90000"/>
              </a:lnSpc>
              <a:spcBef>
                <a:spcPts val="750"/>
              </a:spcBef>
              <a:spcAft>
                <a:spcPts val="0"/>
              </a:spcAft>
              <a:buClr>
                <a:srgbClr val="000000"/>
              </a:buClr>
              <a:buSzPts val="1800"/>
              <a:buChar char="•"/>
              <a:defRPr/>
            </a:lvl2pPr>
            <a:lvl3pPr indent="-342900" lvl="2" marL="1371600" algn="l">
              <a:lnSpc>
                <a:spcPct val="90000"/>
              </a:lnSpc>
              <a:spcBef>
                <a:spcPts val="750"/>
              </a:spcBef>
              <a:spcAft>
                <a:spcPts val="0"/>
              </a:spcAft>
              <a:buClr>
                <a:srgbClr val="000000"/>
              </a:buClr>
              <a:buSzPts val="1800"/>
              <a:buChar char="•"/>
              <a:defRPr/>
            </a:lvl3pPr>
            <a:lvl4pPr indent="-342900" lvl="3" marL="1828800" algn="l">
              <a:lnSpc>
                <a:spcPct val="90000"/>
              </a:lnSpc>
              <a:spcBef>
                <a:spcPts val="750"/>
              </a:spcBef>
              <a:spcAft>
                <a:spcPts val="0"/>
              </a:spcAft>
              <a:buClr>
                <a:srgbClr val="000000"/>
              </a:buClr>
              <a:buSzPts val="1800"/>
              <a:buChar char="•"/>
              <a:defRPr/>
            </a:lvl4pPr>
            <a:lvl5pPr indent="-342900" lvl="4" marL="2286000" algn="l">
              <a:lnSpc>
                <a:spcPct val="90000"/>
              </a:lnSpc>
              <a:spcBef>
                <a:spcPts val="750"/>
              </a:spcBef>
              <a:spcAft>
                <a:spcPts val="0"/>
              </a:spcAft>
              <a:buClr>
                <a:srgbClr val="000000"/>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5"/>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2" name="Google Shape;82;p35"/>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35"/>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 name="Shape 9"/>
        <p:cNvGrpSpPr/>
        <p:nvPr/>
      </p:nvGrpSpPr>
      <p:grpSpPr>
        <a:xfrm>
          <a:off x="0" y="0"/>
          <a:ext cx="0" cy="0"/>
          <a:chOff x="0" y="0"/>
          <a:chExt cx="0" cy="0"/>
        </a:xfrm>
      </p:grpSpPr>
      <p:sp>
        <p:nvSpPr>
          <p:cNvPr id="10" name="Google Shape;10;p24"/>
          <p:cNvSpPr txBox="1"/>
          <p:nvPr>
            <p:ph type="title"/>
          </p:nvPr>
        </p:nvSpPr>
        <p:spPr>
          <a:xfrm>
            <a:off x="1257300" y="547688"/>
            <a:ext cx="15773400" cy="1989137"/>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1pPr>
            <a:lvl2pPr lvl="1"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2pPr>
            <a:lvl3pPr lvl="2"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3pPr>
            <a:lvl4pPr lvl="3"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4pPr>
            <a:lvl5pPr lvl="4"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5pPr>
            <a:lvl6pPr lvl="5"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6pPr>
            <a:lvl7pPr lvl="6"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7pPr>
            <a:lvl8pPr lvl="7"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8pPr>
            <a:lvl9pPr lvl="8" marR="0" rtl="0" algn="l">
              <a:lnSpc>
                <a:spcPct val="90000"/>
              </a:lnSpc>
              <a:spcBef>
                <a:spcPts val="0"/>
              </a:spcBef>
              <a:spcAft>
                <a:spcPts val="0"/>
              </a:spcAft>
              <a:buClr>
                <a:srgbClr val="000000"/>
              </a:buClr>
              <a:buSzPts val="1400"/>
              <a:buFont typeface="Arial"/>
              <a:buNone/>
              <a:defRPr b="0" i="0" sz="6600" u="none" cap="none" strike="noStrike">
                <a:solidFill>
                  <a:srgbClr val="000000"/>
                </a:solidFill>
                <a:latin typeface="Calibri"/>
                <a:ea typeface="Calibri"/>
                <a:cs typeface="Calibri"/>
                <a:sym typeface="Calibri"/>
              </a:defRPr>
            </a:lvl9pPr>
          </a:lstStyle>
          <a:p/>
        </p:txBody>
      </p:sp>
      <p:sp>
        <p:nvSpPr>
          <p:cNvPr id="11" name="Google Shape;11;p24"/>
          <p:cNvSpPr txBox="1"/>
          <p:nvPr>
            <p:ph idx="1" type="body"/>
          </p:nvPr>
        </p:nvSpPr>
        <p:spPr>
          <a:xfrm>
            <a:off x="1257300" y="2738438"/>
            <a:ext cx="15773400" cy="6527800"/>
          </a:xfrm>
          <a:prstGeom prst="rect">
            <a:avLst/>
          </a:prstGeom>
          <a:noFill/>
          <a:ln>
            <a:noFill/>
          </a:ln>
        </p:spPr>
        <p:txBody>
          <a:bodyPr anchorCtr="0" anchor="t" bIns="45700" lIns="91425" spcFirstLastPara="1" rIns="91425" wrap="square" tIns="45700">
            <a:noAutofit/>
          </a:bodyPr>
          <a:lstStyle>
            <a:lvl1pPr indent="-495300" lvl="0" marL="457200" marR="0" rtl="0" algn="l">
              <a:lnSpc>
                <a:spcPct val="90000"/>
              </a:lnSpc>
              <a:spcBef>
                <a:spcPts val="1500"/>
              </a:spcBef>
              <a:spcAft>
                <a:spcPts val="0"/>
              </a:spcAft>
              <a:buClr>
                <a:srgbClr val="000000"/>
              </a:buClr>
              <a:buSzPts val="4200"/>
              <a:buFont typeface="Arial"/>
              <a:buChar char="•"/>
              <a:defRPr b="0" i="0" sz="4200" u="none" cap="none" strike="noStrike">
                <a:solidFill>
                  <a:srgbClr val="000000"/>
                </a:solidFill>
                <a:latin typeface="Calibri"/>
                <a:ea typeface="Calibri"/>
                <a:cs typeface="Calibri"/>
                <a:sym typeface="Calibri"/>
              </a:defRPr>
            </a:lvl1pPr>
            <a:lvl2pPr indent="-457200" lvl="1" marL="914400" marR="0" rtl="0" algn="l">
              <a:lnSpc>
                <a:spcPct val="90000"/>
              </a:lnSpc>
              <a:spcBef>
                <a:spcPts val="750"/>
              </a:spcBef>
              <a:spcAft>
                <a:spcPts val="0"/>
              </a:spcAft>
              <a:buClr>
                <a:srgbClr val="000000"/>
              </a:buClr>
              <a:buSzPts val="3600"/>
              <a:buFont typeface="Arial"/>
              <a:buChar char="•"/>
              <a:defRPr b="0" i="0" sz="3600" u="none" cap="none" strike="noStrike">
                <a:solidFill>
                  <a:srgbClr val="000000"/>
                </a:solidFill>
                <a:latin typeface="Calibri"/>
                <a:ea typeface="Calibri"/>
                <a:cs typeface="Calibri"/>
                <a:sym typeface="Calibri"/>
              </a:defRPr>
            </a:lvl2pPr>
            <a:lvl3pPr indent="-419100" lvl="2" marL="1371600" marR="0" rtl="0" algn="l">
              <a:lnSpc>
                <a:spcPct val="90000"/>
              </a:lnSpc>
              <a:spcBef>
                <a:spcPts val="750"/>
              </a:spcBef>
              <a:spcAft>
                <a:spcPts val="0"/>
              </a:spcAft>
              <a:buClr>
                <a:srgbClr val="000000"/>
              </a:buClr>
              <a:buSzPts val="3000"/>
              <a:buFont typeface="Arial"/>
              <a:buChar char="•"/>
              <a:defRPr b="0" i="0" sz="3000" u="none" cap="none" strike="noStrike">
                <a:solidFill>
                  <a:srgbClr val="000000"/>
                </a:solidFill>
                <a:latin typeface="Calibri"/>
                <a:ea typeface="Calibri"/>
                <a:cs typeface="Calibri"/>
                <a:sym typeface="Calibri"/>
              </a:defRPr>
            </a:lvl3pPr>
            <a:lvl4pPr indent="-400050" lvl="3" marL="1828800" marR="0" rtl="0" algn="l">
              <a:lnSpc>
                <a:spcPct val="90000"/>
              </a:lnSpc>
              <a:spcBef>
                <a:spcPts val="750"/>
              </a:spcBef>
              <a:spcAft>
                <a:spcPts val="0"/>
              </a:spcAft>
              <a:buClr>
                <a:srgbClr val="000000"/>
              </a:buClr>
              <a:buSzPts val="2700"/>
              <a:buFont typeface="Arial"/>
              <a:buChar char="•"/>
              <a:defRPr b="0" i="0" sz="2700" u="none" cap="none" strike="noStrike">
                <a:solidFill>
                  <a:srgbClr val="000000"/>
                </a:solidFill>
                <a:latin typeface="Calibri"/>
                <a:ea typeface="Calibri"/>
                <a:cs typeface="Calibri"/>
                <a:sym typeface="Calibri"/>
              </a:defRPr>
            </a:lvl4pPr>
            <a:lvl5pPr indent="-400050" lvl="4" marL="2286000" marR="0" rtl="0" algn="l">
              <a:lnSpc>
                <a:spcPct val="90000"/>
              </a:lnSpc>
              <a:spcBef>
                <a:spcPts val="750"/>
              </a:spcBef>
              <a:spcAft>
                <a:spcPts val="0"/>
              </a:spcAft>
              <a:buClr>
                <a:srgbClr val="000000"/>
              </a:buClr>
              <a:buSzPts val="2700"/>
              <a:buFont typeface="Arial"/>
              <a:buChar char="•"/>
              <a:defRPr b="0" i="0" sz="2700" u="none" cap="none" strike="noStrike">
                <a:solidFill>
                  <a:srgbClr val="000000"/>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24"/>
          <p:cNvSpPr txBox="1"/>
          <p:nvPr>
            <p:ph idx="10" type="dt"/>
          </p:nvPr>
        </p:nvSpPr>
        <p:spPr>
          <a:xfrm>
            <a:off x="1257300" y="9534525"/>
            <a:ext cx="4114800" cy="547688"/>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 name="Google Shape;13;p24"/>
          <p:cNvSpPr txBox="1"/>
          <p:nvPr>
            <p:ph idx="11" type="ftr"/>
          </p:nvPr>
        </p:nvSpPr>
        <p:spPr>
          <a:xfrm>
            <a:off x="6057900" y="9534525"/>
            <a:ext cx="6172200" cy="547688"/>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800" u="none" cap="none" strike="noStrike">
                <a:solidFill>
                  <a:srgbClr val="898989"/>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 name="Google Shape;14;p24"/>
          <p:cNvSpPr txBox="1"/>
          <p:nvPr>
            <p:ph idx="12" type="sldNum"/>
          </p:nvPr>
        </p:nvSpPr>
        <p:spPr>
          <a:xfrm>
            <a:off x="12915900" y="9534525"/>
            <a:ext cx="4114800" cy="547688"/>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800"/>
              <a:buFont typeface="Arial"/>
              <a:buNone/>
              <a:defRPr b="0" i="0" sz="1800" u="none" cap="none" strike="noStrike">
                <a:solidFill>
                  <a:srgbClr val="898989"/>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12.jpg"/><Relationship Id="rId6" Type="http://schemas.openxmlformats.org/officeDocument/2006/relationships/image" Target="../media/image6.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4.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hyperlink" Target="https://www.iea.org/data-andstatistics/dataproduct/monthly-electricity-statistics" TargetMode="External"/><Relationship Id="rId5" Type="http://schemas.openxmlformats.org/officeDocument/2006/relationships/hyperlink" Target="https://data.world/oecd/electricitygeneration/workspace/file?filename=electricity_generation.csv" TargetMode="External"/><Relationship Id="rId6" Type="http://schemas.openxmlformats.org/officeDocument/2006/relationships/hyperlink" Target="https://data.worldbank.org/indicator/SP.RUR.TOTL.ZS?end=2022&amp;start=20%2022&amp;view=map" TargetMode="External"/><Relationship Id="rId7" Type="http://schemas.openxmlformats.org/officeDocument/2006/relationships/image" Target="../media/image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7.png"/><Relationship Id="rId6" Type="http://schemas.openxmlformats.org/officeDocument/2006/relationships/image" Target="../media/image2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1.png"/><Relationship Id="rId6"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png"/><Relationship Id="rId4" Type="http://schemas.openxmlformats.org/officeDocument/2006/relationships/image" Target="../media/image7.png"/><Relationship Id="rId5" Type="http://schemas.openxmlformats.org/officeDocument/2006/relationships/image" Target="../media/image19.png"/><Relationship Id="rId6"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3.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8.png"/><Relationship Id="rId6" Type="http://schemas.openxmlformats.org/officeDocument/2006/relationships/image" Target="../media/image2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3.png"/><Relationship Id="rId4" Type="http://schemas.openxmlformats.org/officeDocument/2006/relationships/image" Target="../media/image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3.png"/><Relationship Id="rId4" Type="http://schemas.openxmlformats.org/officeDocument/2006/relationships/image" Target="../media/image7.png"/><Relationship Id="rId5" Type="http://schemas.openxmlformats.org/officeDocument/2006/relationships/image" Target="../media/image1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3.png"/><Relationship Id="rId4" Type="http://schemas.openxmlformats.org/officeDocument/2006/relationships/image" Target="../media/image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image7.png"/></Relationships>
</file>

<file path=ppt/slides/_rels/slide21.xml.rels><?xml version="1.0" encoding="UTF-8" standalone="yes"?><Relationships xmlns="http://schemas.openxmlformats.org/package/2006/relationships"><Relationship Id="rId11" Type="http://schemas.openxmlformats.org/officeDocument/2006/relationships/hyperlink" Target="https://github.com/Adebesin-Aramide/Global_Household_Electrification" TargetMode="External"/><Relationship Id="rId10" Type="http://schemas.openxmlformats.org/officeDocument/2006/relationships/hyperlink" Target="https://github.com/Adebesin-Aramide/Global_Household_Electrification" TargetMode="External"/><Relationship Id="rId13" Type="http://schemas.openxmlformats.org/officeDocument/2006/relationships/image" Target="../media/image7.png"/><Relationship Id="rId12" Type="http://schemas.openxmlformats.org/officeDocument/2006/relationships/hyperlink" Target="https://github.com/OBIGOD3931/Team-GCP-Hamoye-HDSC-Spring-23-Capstone-Project" TargetMode="External"/><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hyperlink" Target="https://docs.google.com/document/d/18_uIrVqsfzAET3wjd7lRaoK8dZETpv-eZ2sBKlTRNak/edit?usp=sharing&amp;authuser=0" TargetMode="External"/><Relationship Id="rId9" Type="http://schemas.openxmlformats.org/officeDocument/2006/relationships/hyperlink" Target="https://docs.google.com/document/d/1CNIaLIJcwzMxaKX30JzJrSmr7eJkF61kyNXkep5k7cc/edit?usp=drivesdk&amp;authuser=0" TargetMode="External"/><Relationship Id="rId5" Type="http://schemas.openxmlformats.org/officeDocument/2006/relationships/hyperlink" Target="https://docs.google.com/document/d/18_uIrVqsfzAET3wjd7lRaoK8dZETpv-eZ2sBKlTRNak/edit?usp=sharing&amp;authuser=0" TargetMode="External"/><Relationship Id="rId6" Type="http://schemas.openxmlformats.org/officeDocument/2006/relationships/hyperlink" Target="https://app.powerbi.com/groups/me/reports/4b2fba83-fa2f-426d-967f-cd953cf47803/ReportSection?experience=power-bi" TargetMode="External"/><Relationship Id="rId7" Type="http://schemas.openxmlformats.org/officeDocument/2006/relationships/hyperlink" Target="https://app.powerbi.com/groups/me/reports/4b2fba83-fa2f-426d-967f-cd953cf47803/ReportSection?experience=power-bi" TargetMode="External"/><Relationship Id="rId8" Type="http://schemas.openxmlformats.org/officeDocument/2006/relationships/hyperlink" Target="https://docs.google.com/document/d/1CNIaLIJcwzMxaKX30JzJrSmr7eJkF61kyNXkep5k7cc/edit?usp=drivesdk&amp;authuser=0"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hyperlink" Target="https://www.iea.org/data-andstatistics/dataproduct/monthly-electricity-statistics" TargetMode="External"/><Relationship Id="rId5" Type="http://schemas.openxmlformats.org/officeDocument/2006/relationships/hyperlink" Target="https://data.world/oecd/electricitygeneration/workspace/file?filename=electricity_generation.csv" TargetMode="External"/><Relationship Id="rId6" Type="http://schemas.openxmlformats.org/officeDocument/2006/relationships/hyperlink" Target="https://data.worldbank.org/indicator/SP.RUR.TOTL.ZS?end=2022&amp;start=2022&amp;view=map" TargetMode="External"/><Relationship Id="rId7" Type="http://schemas.openxmlformats.org/officeDocument/2006/relationships/image" Target="../media/image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23.png"/><Relationship Id="rId5"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p:nvPr/>
        </p:nvSpPr>
        <p:spPr>
          <a:xfrm>
            <a:off x="-1471613" y="8486775"/>
            <a:ext cx="2943226" cy="2943225"/>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89" name="Google Shape;89;p1"/>
          <p:cNvSpPr/>
          <p:nvPr/>
        </p:nvSpPr>
        <p:spPr>
          <a:xfrm>
            <a:off x="17216438" y="-911225"/>
            <a:ext cx="2943225" cy="2941638"/>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0" name="Google Shape;90;p1"/>
          <p:cNvSpPr/>
          <p:nvPr/>
        </p:nvSpPr>
        <p:spPr>
          <a:xfrm>
            <a:off x="1581150" y="3675078"/>
            <a:ext cx="14575800" cy="440340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11000"/>
              <a:buFont typeface="Arial"/>
              <a:buNone/>
            </a:pPr>
            <a:r>
              <a:rPr b="0" i="0" lang="en-US" sz="11000" u="none" cap="none" strike="noStrike">
                <a:solidFill>
                  <a:srgbClr val="000000"/>
                </a:solidFill>
                <a:latin typeface="Lato Black"/>
                <a:ea typeface="Lato Black"/>
                <a:cs typeface="Lato Black"/>
                <a:sym typeface="Lato Black"/>
              </a:rPr>
              <a:t>Global Household Electrification </a:t>
            </a:r>
            <a:endParaRPr b="0" i="0" sz="11000" u="none" cap="none" strike="noStrike">
              <a:solidFill>
                <a:srgbClr val="000000"/>
              </a:solidFill>
              <a:latin typeface="Lato Black"/>
              <a:ea typeface="Lato Black"/>
              <a:cs typeface="Lato Black"/>
              <a:sym typeface="Lato Black"/>
            </a:endParaRPr>
          </a:p>
        </p:txBody>
      </p:sp>
      <p:sp>
        <p:nvSpPr>
          <p:cNvPr id="91" name="Google Shape;91;p1"/>
          <p:cNvSpPr/>
          <p:nvPr/>
        </p:nvSpPr>
        <p:spPr>
          <a:xfrm>
            <a:off x="1581150" y="8486775"/>
            <a:ext cx="9144000" cy="62706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0000"/>
              </a:buClr>
              <a:buSzPts val="4200"/>
              <a:buFont typeface="Arial"/>
              <a:buNone/>
            </a:pPr>
            <a:r>
              <a:rPr b="1" i="0" lang="en-US" sz="4200" u="none" cap="none" strike="noStrike">
                <a:solidFill>
                  <a:srgbClr val="000000"/>
                </a:solidFill>
                <a:latin typeface="Lato"/>
                <a:ea typeface="Lato"/>
                <a:cs typeface="Lato"/>
                <a:sym typeface="Lato"/>
              </a:rPr>
              <a:t>Saturday, 2nd September 23</a:t>
            </a:r>
            <a:endParaRPr b="1" i="0" sz="4200" u="none" cap="none" strike="noStrike">
              <a:solidFill>
                <a:srgbClr val="000000"/>
              </a:solidFill>
              <a:latin typeface="Lato"/>
              <a:ea typeface="Lato"/>
              <a:cs typeface="Lato"/>
              <a:sym typeface="Lato"/>
            </a:endParaRPr>
          </a:p>
        </p:txBody>
      </p:sp>
      <p:pic>
        <p:nvPicPr>
          <p:cNvPr id="92" name="Google Shape;92;p1"/>
          <p:cNvPicPr preferRelativeResize="0"/>
          <p:nvPr/>
        </p:nvPicPr>
        <p:blipFill rotWithShape="1">
          <a:blip r:embed="rId4">
            <a:alphaModFix/>
          </a:blip>
          <a:srcRect b="38844" l="0" r="0" t="38763"/>
          <a:stretch/>
        </p:blipFill>
        <p:spPr>
          <a:xfrm>
            <a:off x="1522400" y="1017075"/>
            <a:ext cx="6099200" cy="13657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p:nvPr/>
        </p:nvSpPr>
        <p:spPr>
          <a:xfrm>
            <a:off x="-1471613" y="8486775"/>
            <a:ext cx="2943226" cy="2943225"/>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98" name="Google Shape;98;p2"/>
          <p:cNvSpPr/>
          <p:nvPr/>
        </p:nvSpPr>
        <p:spPr>
          <a:xfrm>
            <a:off x="3576875" y="1144775"/>
            <a:ext cx="9907500" cy="711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4000"/>
              <a:buFont typeface="Arial"/>
              <a:buNone/>
            </a:pPr>
            <a:r>
              <a:rPr b="0" i="0" lang="en-US" sz="4000" u="none" cap="none" strike="noStrike">
                <a:solidFill>
                  <a:srgbClr val="000000"/>
                </a:solidFill>
                <a:latin typeface="Lato Black"/>
                <a:ea typeface="Lato Black"/>
                <a:cs typeface="Lato Black"/>
                <a:sym typeface="Lato Black"/>
              </a:rPr>
              <a:t>Presentation by Team GCP</a:t>
            </a:r>
            <a:endParaRPr b="0" i="0" sz="1800" u="none" cap="none" strike="noStrike">
              <a:solidFill>
                <a:srgbClr val="000000"/>
              </a:solidFill>
              <a:latin typeface="Lato Black"/>
              <a:ea typeface="Lato Black"/>
              <a:cs typeface="Lato Black"/>
              <a:sym typeface="Lato Black"/>
            </a:endParaRPr>
          </a:p>
        </p:txBody>
      </p:sp>
      <p:sp>
        <p:nvSpPr>
          <p:cNvPr id="99" name="Google Shape;99;p2"/>
          <p:cNvSpPr/>
          <p:nvPr/>
        </p:nvSpPr>
        <p:spPr>
          <a:xfrm>
            <a:off x="17216438" y="-911225"/>
            <a:ext cx="2943225" cy="2941638"/>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00" name="Google Shape;100;p2"/>
          <p:cNvPicPr preferRelativeResize="0"/>
          <p:nvPr/>
        </p:nvPicPr>
        <p:blipFill rotWithShape="1">
          <a:blip r:embed="rId4">
            <a:alphaModFix/>
          </a:blip>
          <a:srcRect b="0" l="0" r="0" t="0"/>
          <a:stretch/>
        </p:blipFill>
        <p:spPr>
          <a:xfrm>
            <a:off x="14097000" y="-952500"/>
            <a:ext cx="3429000" cy="3429000"/>
          </a:xfrm>
          <a:prstGeom prst="rect">
            <a:avLst/>
          </a:prstGeom>
          <a:noFill/>
          <a:ln>
            <a:noFill/>
          </a:ln>
        </p:spPr>
      </p:pic>
      <p:sp>
        <p:nvSpPr>
          <p:cNvPr id="101" name="Google Shape;101;p2"/>
          <p:cNvSpPr txBox="1"/>
          <p:nvPr/>
        </p:nvSpPr>
        <p:spPr>
          <a:xfrm>
            <a:off x="9419900" y="1856075"/>
            <a:ext cx="6126900" cy="7362300"/>
          </a:xfrm>
          <a:prstGeom prst="rect">
            <a:avLst/>
          </a:prstGeom>
          <a:noFill/>
          <a:ln>
            <a:noFill/>
          </a:ln>
        </p:spPr>
        <p:txBody>
          <a:bodyPr anchorCtr="0" anchor="ctr" bIns="91425" lIns="91425" spcFirstLastPara="1" rIns="91425" wrap="square" tIns="91425">
            <a:noAutofit/>
          </a:bodyPr>
          <a:lstStyle/>
          <a:p>
            <a:pPr indent="0" lvl="0" marL="0" marR="0" rtl="0" algn="l">
              <a:lnSpc>
                <a:spcPct val="115000"/>
              </a:lnSpc>
              <a:spcBef>
                <a:spcPts val="0"/>
              </a:spcBef>
              <a:spcAft>
                <a:spcPts val="0"/>
              </a:spcAft>
              <a:buClr>
                <a:srgbClr val="000000"/>
              </a:buClr>
              <a:buSzPts val="3100"/>
              <a:buFont typeface="Arial"/>
              <a:buNone/>
            </a:pPr>
            <a:r>
              <a:rPr b="1" i="0" lang="en-US" sz="3100" u="none" cap="none" strike="noStrike">
                <a:solidFill>
                  <a:srgbClr val="000000"/>
                </a:solidFill>
                <a:latin typeface="Lato"/>
                <a:ea typeface="Lato"/>
                <a:cs typeface="Lato"/>
                <a:sym typeface="Lato"/>
              </a:rPr>
              <a:t>List of Active Members</a:t>
            </a:r>
            <a:endParaRPr b="1" i="0" sz="31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Adebesin Aramide</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Kayode Jesujana</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Obinna Nwachukwu</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Ridwan Abdurahman</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David Udosen</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Godwin Ehizojie Michael</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Emmanuel Christopher</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Gopal Kumar</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Oluwatomisin Arokodare</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Abdul Basit Solkar</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Elizabeth Abodunrin</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Gloriah Mwongeli Munyao</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Adedolapo Ogunlade</a:t>
            </a:r>
            <a:endParaRPr b="0" i="0" sz="2500" u="none" cap="none" strike="noStrike">
              <a:solidFill>
                <a:srgbClr val="000000"/>
              </a:solidFill>
              <a:latin typeface="Lato"/>
              <a:ea typeface="Lato"/>
              <a:cs typeface="Lato"/>
              <a:sym typeface="Lato"/>
            </a:endParaRPr>
          </a:p>
          <a:p>
            <a:pPr indent="-387350" lvl="0" marL="457200" marR="0" rtl="0" algn="l">
              <a:lnSpc>
                <a:spcPct val="115000"/>
              </a:lnSpc>
              <a:spcBef>
                <a:spcPts val="0"/>
              </a:spcBef>
              <a:spcAft>
                <a:spcPts val="0"/>
              </a:spcAft>
              <a:buClr>
                <a:srgbClr val="000000"/>
              </a:buClr>
              <a:buSzPts val="2500"/>
              <a:buFont typeface="Lato"/>
              <a:buAutoNum type="arabicPeriod"/>
            </a:pPr>
            <a:r>
              <a:rPr b="0" i="0" lang="en-US" sz="2500" u="none" cap="none" strike="noStrike">
                <a:solidFill>
                  <a:srgbClr val="000000"/>
                </a:solidFill>
                <a:latin typeface="Lato"/>
                <a:ea typeface="Lato"/>
                <a:cs typeface="Lato"/>
                <a:sym typeface="Lato"/>
              </a:rPr>
              <a:t>Nivedha S</a:t>
            </a:r>
            <a:endParaRPr b="0" i="0" sz="2500" u="none" cap="none" strike="noStrike">
              <a:solidFill>
                <a:srgbClr val="000000"/>
              </a:solidFill>
              <a:latin typeface="Lato"/>
              <a:ea typeface="Lato"/>
              <a:cs typeface="Lato"/>
              <a:sym typeface="Lato"/>
            </a:endParaRPr>
          </a:p>
        </p:txBody>
      </p:sp>
      <p:sp>
        <p:nvSpPr>
          <p:cNvPr id="102" name="Google Shape;102;p2"/>
          <p:cNvSpPr txBox="1"/>
          <p:nvPr/>
        </p:nvSpPr>
        <p:spPr>
          <a:xfrm>
            <a:off x="763350" y="5786125"/>
            <a:ext cx="3221700" cy="55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Godwin Ehizojie </a:t>
            </a:r>
            <a:endParaRPr b="1" i="0" sz="2800" u="none" cap="none" strike="noStrike">
              <a:solidFill>
                <a:srgbClr val="000000"/>
              </a:solidFill>
              <a:latin typeface="Calibri"/>
              <a:ea typeface="Calibri"/>
              <a:cs typeface="Calibri"/>
              <a:sym typeface="Calibri"/>
            </a:endParaRPr>
          </a:p>
        </p:txBody>
      </p:sp>
      <p:sp>
        <p:nvSpPr>
          <p:cNvPr id="103" name="Google Shape;103;p2"/>
          <p:cNvSpPr txBox="1"/>
          <p:nvPr/>
        </p:nvSpPr>
        <p:spPr>
          <a:xfrm>
            <a:off x="5276100" y="5786125"/>
            <a:ext cx="1655700" cy="55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0000"/>
                </a:solidFill>
                <a:latin typeface="Calibri"/>
                <a:ea typeface="Calibri"/>
                <a:cs typeface="Calibri"/>
                <a:sym typeface="Calibri"/>
              </a:rPr>
              <a:t>Nivedha</a:t>
            </a:r>
            <a:endParaRPr b="1" i="0" sz="2800" u="none" cap="none" strike="noStrike">
              <a:solidFill>
                <a:srgbClr val="000000"/>
              </a:solidFill>
              <a:latin typeface="Calibri"/>
              <a:ea typeface="Calibri"/>
              <a:cs typeface="Calibri"/>
              <a:sym typeface="Calibri"/>
            </a:endParaRPr>
          </a:p>
        </p:txBody>
      </p:sp>
      <p:pic>
        <p:nvPicPr>
          <p:cNvPr id="104" name="Google Shape;104;p2"/>
          <p:cNvPicPr preferRelativeResize="0"/>
          <p:nvPr/>
        </p:nvPicPr>
        <p:blipFill rotWithShape="1">
          <a:blip r:embed="rId5">
            <a:alphaModFix/>
          </a:blip>
          <a:srcRect b="0" l="0" r="0" t="0"/>
          <a:stretch/>
        </p:blipFill>
        <p:spPr>
          <a:xfrm>
            <a:off x="902550" y="2651338"/>
            <a:ext cx="2943300" cy="2996700"/>
          </a:xfrm>
          <a:prstGeom prst="ellipse">
            <a:avLst/>
          </a:prstGeom>
          <a:noFill/>
          <a:ln>
            <a:noFill/>
          </a:ln>
        </p:spPr>
      </p:pic>
      <p:pic>
        <p:nvPicPr>
          <p:cNvPr id="105" name="Google Shape;105;p2"/>
          <p:cNvPicPr preferRelativeResize="0"/>
          <p:nvPr/>
        </p:nvPicPr>
        <p:blipFill rotWithShape="1">
          <a:blip r:embed="rId6">
            <a:alphaModFix/>
          </a:blip>
          <a:srcRect b="0" l="0" r="0" t="0"/>
          <a:stretch/>
        </p:blipFill>
        <p:spPr>
          <a:xfrm>
            <a:off x="4572000" y="2651350"/>
            <a:ext cx="3063900" cy="3091500"/>
          </a:xfrm>
          <a:prstGeom prst="ellipse">
            <a:avLst/>
          </a:prstGeom>
          <a:noFill/>
          <a:ln>
            <a:noFill/>
          </a:ln>
        </p:spPr>
      </p:pic>
      <p:sp>
        <p:nvSpPr>
          <p:cNvPr id="106" name="Google Shape;106;p2"/>
          <p:cNvSpPr/>
          <p:nvPr/>
        </p:nvSpPr>
        <p:spPr>
          <a:xfrm>
            <a:off x="1743550" y="6759175"/>
            <a:ext cx="4184400" cy="711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4000"/>
              <a:buFont typeface="Arial"/>
              <a:buNone/>
            </a:pPr>
            <a:r>
              <a:rPr b="0" i="0" lang="en-US" sz="4000" u="none" cap="none" strike="noStrike">
                <a:solidFill>
                  <a:srgbClr val="000000"/>
                </a:solidFill>
                <a:latin typeface="Lato Black"/>
                <a:ea typeface="Lato Black"/>
                <a:cs typeface="Lato Black"/>
                <a:sym typeface="Lato Black"/>
              </a:rPr>
              <a:t>Presenters</a:t>
            </a:r>
            <a:endParaRPr b="0" i="0" sz="1800" u="none" cap="none" strike="noStrike">
              <a:solidFill>
                <a:srgbClr val="000000"/>
              </a:solidFill>
              <a:latin typeface="Lato Black"/>
              <a:ea typeface="Lato Black"/>
              <a:cs typeface="Lato Black"/>
              <a:sym typeface="Lato Black"/>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grpSp>
        <p:nvGrpSpPr>
          <p:cNvPr id="111" name="Google Shape;111;p3"/>
          <p:cNvGrpSpPr/>
          <p:nvPr/>
        </p:nvGrpSpPr>
        <p:grpSpPr>
          <a:xfrm>
            <a:off x="5138738" y="542715"/>
            <a:ext cx="9615442" cy="3231037"/>
            <a:chOff x="0" y="-38100"/>
            <a:chExt cx="2532312" cy="850900"/>
          </a:xfrm>
        </p:grpSpPr>
        <p:sp>
          <p:nvSpPr>
            <p:cNvPr id="112" name="Google Shape;112;p3"/>
            <p:cNvSpPr/>
            <p:nvPr/>
          </p:nvSpPr>
          <p:spPr>
            <a:xfrm>
              <a:off x="0" y="0"/>
              <a:ext cx="2532312" cy="455698"/>
            </a:xfrm>
            <a:custGeom>
              <a:rect b="b" l="l" r="r" t="t"/>
              <a:pathLst>
                <a:path extrusionOk="0" h="455698" w="2532312">
                  <a:moveTo>
                    <a:pt x="0" y="0"/>
                  </a:moveTo>
                  <a:lnTo>
                    <a:pt x="2532312" y="0"/>
                  </a:lnTo>
                  <a:lnTo>
                    <a:pt x="2532312"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13" name="Google Shape;113;p3"/>
            <p:cNvSpPr/>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114" name="Google Shape;114;p3"/>
          <p:cNvSpPr/>
          <p:nvPr/>
        </p:nvSpPr>
        <p:spPr>
          <a:xfrm>
            <a:off x="5553075" y="1035050"/>
            <a:ext cx="9201300" cy="1030200"/>
          </a:xfrm>
          <a:prstGeom prst="rect">
            <a:avLst/>
          </a:prstGeom>
          <a:noFill/>
          <a:ln>
            <a:noFill/>
          </a:ln>
        </p:spPr>
        <p:txBody>
          <a:bodyPr anchorCtr="0" anchor="t" bIns="0" lIns="0" spcFirstLastPara="1" rIns="0" wrap="square" tIns="0">
            <a:noAutofit/>
          </a:bodyPr>
          <a:lstStyle/>
          <a:p>
            <a:pPr indent="0" lvl="0" marL="0" marR="0" rtl="0" algn="ctr">
              <a:lnSpc>
                <a:spcPct val="142333"/>
              </a:lnSpc>
              <a:spcBef>
                <a:spcPts val="0"/>
              </a:spcBef>
              <a:spcAft>
                <a:spcPts val="0"/>
              </a:spcAft>
              <a:buClr>
                <a:srgbClr val="000000"/>
              </a:buClr>
              <a:buSzPts val="5700"/>
              <a:buFont typeface="Arial"/>
              <a:buNone/>
            </a:pPr>
            <a:r>
              <a:rPr b="0" i="0" lang="en-US" sz="5700" u="none" cap="none" strike="noStrike">
                <a:solidFill>
                  <a:srgbClr val="000000"/>
                </a:solidFill>
                <a:latin typeface="Lato Black"/>
                <a:ea typeface="Lato Black"/>
                <a:cs typeface="Lato Black"/>
                <a:sym typeface="Lato Black"/>
              </a:rPr>
              <a:t>PROBLEM STATEMENT </a:t>
            </a:r>
            <a:endParaRPr b="0" i="0" sz="1800" u="none" cap="none" strike="noStrike">
              <a:solidFill>
                <a:srgbClr val="000000"/>
              </a:solidFill>
              <a:latin typeface="Lato Black"/>
              <a:ea typeface="Lato Black"/>
              <a:cs typeface="Lato Black"/>
              <a:sym typeface="Lato Black"/>
            </a:endParaRPr>
          </a:p>
        </p:txBody>
      </p:sp>
      <p:sp>
        <p:nvSpPr>
          <p:cNvPr id="115" name="Google Shape;115;p3"/>
          <p:cNvSpPr/>
          <p:nvPr/>
        </p:nvSpPr>
        <p:spPr>
          <a:xfrm>
            <a:off x="1358675" y="3124200"/>
            <a:ext cx="15982500" cy="66699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0"/>
              </a:spcBef>
              <a:spcAft>
                <a:spcPts val="0"/>
              </a:spcAft>
              <a:buClr>
                <a:srgbClr val="000000"/>
              </a:buClr>
              <a:buSzPts val="3000"/>
              <a:buFont typeface="Arial"/>
              <a:buNone/>
            </a:pPr>
            <a:r>
              <a:rPr b="0" i="0" lang="en-US" sz="3000" u="none" cap="none" strike="noStrike">
                <a:solidFill>
                  <a:srgbClr val="000000"/>
                </a:solidFill>
                <a:latin typeface="Lato"/>
                <a:ea typeface="Lato"/>
                <a:cs typeface="Lato"/>
                <a:sym typeface="Lato"/>
              </a:rPr>
              <a:t>Extensive research has been conducted on household electrification challenges in Sub-Saharan Africa, the variations in access to electricity within OECD (Organization for Economic Cooperation and Development) countries remain an underexplored area of study. Despite being characterized by high levels of economic development, certain segments of populations within OECD countries continue to face inadequate access to electricity, hindering their socio-economic progress and well-being. The current electrification datasets present a significant challenge due to their inconsistency, inaccuracy, and limited availability. These shortcomings have the potential to impede informed and effective decision-making processes.  </a:t>
            </a:r>
            <a:endParaRPr b="0" i="0" sz="3000" u="none" cap="none" strike="noStrike">
              <a:solidFill>
                <a:srgbClr val="000000"/>
              </a:solidFill>
              <a:latin typeface="Lato"/>
              <a:ea typeface="Lato"/>
              <a:cs typeface="Lato"/>
              <a:sym typeface="Lato"/>
            </a:endParaRPr>
          </a:p>
        </p:txBody>
      </p:sp>
      <p:sp>
        <p:nvSpPr>
          <p:cNvPr id="116" name="Google Shape;116;p3"/>
          <p:cNvSpPr/>
          <p:nvPr/>
        </p:nvSpPr>
        <p:spPr>
          <a:xfrm>
            <a:off x="-1109663" y="-911225"/>
            <a:ext cx="2941638" cy="2941638"/>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17" name="Google Shape;117;p3"/>
          <p:cNvPicPr preferRelativeResize="0"/>
          <p:nvPr/>
        </p:nvPicPr>
        <p:blipFill rotWithShape="1">
          <a:blip r:embed="rId4">
            <a:alphaModFix/>
          </a:blip>
          <a:srcRect b="0" l="0" r="0" t="0"/>
          <a:stretch/>
        </p:blipFill>
        <p:spPr>
          <a:xfrm>
            <a:off x="14714538" y="-1155700"/>
            <a:ext cx="3429000" cy="3429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grpSp>
        <p:nvGrpSpPr>
          <p:cNvPr id="122" name="Google Shape;122;p4"/>
          <p:cNvGrpSpPr/>
          <p:nvPr/>
        </p:nvGrpSpPr>
        <p:grpSpPr>
          <a:xfrm>
            <a:off x="5138738" y="-30373"/>
            <a:ext cx="8010525" cy="3231035"/>
            <a:chOff x="0" y="-38100"/>
            <a:chExt cx="2109623" cy="850900"/>
          </a:xfrm>
        </p:grpSpPr>
        <p:sp>
          <p:nvSpPr>
            <p:cNvPr id="123" name="Google Shape;123;p4"/>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4" name="Google Shape;124;p4"/>
            <p:cNvSpPr/>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125" name="Google Shape;125;p4"/>
          <p:cNvSpPr/>
          <p:nvPr/>
        </p:nvSpPr>
        <p:spPr>
          <a:xfrm>
            <a:off x="16710025" y="8804275"/>
            <a:ext cx="1949450" cy="1949450"/>
          </a:xfrm>
          <a:custGeom>
            <a:rect b="b" l="l" r="r" t="t"/>
            <a:pathLst>
              <a:path extrusionOk="0" h="1949375" w="1949375">
                <a:moveTo>
                  <a:pt x="0" y="0"/>
                </a:moveTo>
                <a:lnTo>
                  <a:pt x="1949375" y="0"/>
                </a:lnTo>
                <a:lnTo>
                  <a:pt x="1949375" y="1949375"/>
                </a:lnTo>
                <a:lnTo>
                  <a:pt x="0" y="1949375"/>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26" name="Google Shape;126;p4"/>
          <p:cNvSpPr/>
          <p:nvPr/>
        </p:nvSpPr>
        <p:spPr>
          <a:xfrm>
            <a:off x="4543425" y="331788"/>
            <a:ext cx="9201150" cy="117475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OBJECTIVES</a:t>
            </a:r>
            <a:endParaRPr b="0" i="0" sz="1800" u="none" cap="none" strike="noStrike">
              <a:solidFill>
                <a:srgbClr val="000000"/>
              </a:solidFill>
              <a:latin typeface="Lato Black"/>
              <a:ea typeface="Lato Black"/>
              <a:cs typeface="Lato Black"/>
              <a:sym typeface="Lato Black"/>
            </a:endParaRPr>
          </a:p>
        </p:txBody>
      </p:sp>
      <p:pic>
        <p:nvPicPr>
          <p:cNvPr id="127" name="Google Shape;127;p4"/>
          <p:cNvPicPr preferRelativeResize="0"/>
          <p:nvPr/>
        </p:nvPicPr>
        <p:blipFill rotWithShape="1">
          <a:blip r:embed="rId4">
            <a:alphaModFix/>
          </a:blip>
          <a:srcRect b="0" l="0" r="0" t="0"/>
          <a:stretch/>
        </p:blipFill>
        <p:spPr>
          <a:xfrm>
            <a:off x="14097000" y="-952500"/>
            <a:ext cx="3429000" cy="3429000"/>
          </a:xfrm>
          <a:prstGeom prst="rect">
            <a:avLst/>
          </a:prstGeom>
          <a:noFill/>
          <a:ln>
            <a:noFill/>
          </a:ln>
        </p:spPr>
      </p:pic>
      <p:sp>
        <p:nvSpPr>
          <p:cNvPr id="128" name="Google Shape;128;p4"/>
          <p:cNvSpPr txBox="1"/>
          <p:nvPr/>
        </p:nvSpPr>
        <p:spPr>
          <a:xfrm>
            <a:off x="1912350" y="2781375"/>
            <a:ext cx="15111000" cy="5151300"/>
          </a:xfrm>
          <a:prstGeom prst="rect">
            <a:avLst/>
          </a:prstGeom>
          <a:noFill/>
          <a:ln>
            <a:noFill/>
          </a:ln>
        </p:spPr>
        <p:txBody>
          <a:bodyPr anchorCtr="0" anchor="t" bIns="91425" lIns="91425" spcFirstLastPara="1" rIns="91425" wrap="square" tIns="91425">
            <a:spAutoFit/>
          </a:bodyPr>
          <a:lstStyle/>
          <a:p>
            <a:pPr indent="-457200" lvl="0" marL="457200" marR="0" rtl="0" algn="just">
              <a:lnSpc>
                <a:spcPct val="150000"/>
              </a:lnSpc>
              <a:spcBef>
                <a:spcPts val="1000"/>
              </a:spcBef>
              <a:spcAft>
                <a:spcPts val="0"/>
              </a:spcAft>
              <a:buClr>
                <a:srgbClr val="202124"/>
              </a:buClr>
              <a:buSzPts val="3600"/>
              <a:buFont typeface="Lato"/>
              <a:buChar char="●"/>
            </a:pPr>
            <a:r>
              <a:rPr b="0" i="0" lang="en-US" sz="3600" u="none" cap="none" strike="noStrike">
                <a:solidFill>
                  <a:srgbClr val="202124"/>
                </a:solidFill>
                <a:highlight>
                  <a:srgbClr val="FFFFFF"/>
                </a:highlight>
                <a:latin typeface="Lato"/>
                <a:ea typeface="Lato"/>
                <a:cs typeface="Lato"/>
                <a:sym typeface="Lato"/>
              </a:rPr>
              <a:t>The primary aim of this project is to develop a global household predictive model with a specific focus solely on OECD countries.</a:t>
            </a:r>
            <a:endParaRPr b="0" i="0" sz="3600" u="none" cap="none" strike="noStrike">
              <a:solidFill>
                <a:schemeClr val="dk1"/>
              </a:solidFill>
              <a:latin typeface="Lato"/>
              <a:ea typeface="Lato"/>
              <a:cs typeface="Lato"/>
              <a:sym typeface="Lato"/>
            </a:endParaRPr>
          </a:p>
          <a:p>
            <a:pPr indent="-457200" lvl="0" marL="457200" marR="0" rtl="0" algn="just">
              <a:lnSpc>
                <a:spcPct val="150000"/>
              </a:lnSpc>
              <a:spcBef>
                <a:spcPts val="1000"/>
              </a:spcBef>
              <a:spcAft>
                <a:spcPts val="0"/>
              </a:spcAft>
              <a:buClr>
                <a:srgbClr val="202124"/>
              </a:buClr>
              <a:buSzPts val="3600"/>
              <a:buFont typeface="Lato"/>
              <a:buChar char="●"/>
            </a:pPr>
            <a:r>
              <a:rPr b="0" i="0" lang="en-US" sz="3600" u="none" cap="none" strike="noStrike">
                <a:solidFill>
                  <a:srgbClr val="202124"/>
                </a:solidFill>
                <a:highlight>
                  <a:srgbClr val="FFFFFF"/>
                </a:highlight>
                <a:latin typeface="Lato"/>
                <a:ea typeface="Lato"/>
                <a:cs typeface="Lato"/>
                <a:sym typeface="Lato"/>
              </a:rPr>
              <a:t>Incorporate advance machine learning techniques and additional dataset to refine the models accuracy</a:t>
            </a:r>
            <a:endParaRPr b="0" i="0" sz="3600" u="none" cap="none" strike="noStrike">
              <a:solidFill>
                <a:schemeClr val="dk1"/>
              </a:solidFill>
              <a:latin typeface="Lato"/>
              <a:ea typeface="Lato"/>
              <a:cs typeface="Lato"/>
              <a:sym typeface="Lato"/>
            </a:endParaRPr>
          </a:p>
          <a:p>
            <a:pPr indent="-457200" lvl="0" marL="457200" marR="0" rtl="0" algn="just">
              <a:lnSpc>
                <a:spcPct val="150000"/>
              </a:lnSpc>
              <a:spcBef>
                <a:spcPts val="1000"/>
              </a:spcBef>
              <a:spcAft>
                <a:spcPts val="0"/>
              </a:spcAft>
              <a:buClr>
                <a:srgbClr val="202124"/>
              </a:buClr>
              <a:buSzPts val="3600"/>
              <a:buFont typeface="Lato"/>
              <a:buChar char="●"/>
            </a:pPr>
            <a:r>
              <a:rPr b="0" i="0" lang="en-US" sz="3600" u="none" cap="none" strike="noStrike">
                <a:solidFill>
                  <a:srgbClr val="202124"/>
                </a:solidFill>
                <a:highlight>
                  <a:srgbClr val="FFFFFF"/>
                </a:highlight>
                <a:latin typeface="Lato"/>
                <a:ea typeface="Lato"/>
                <a:cs typeface="Lato"/>
                <a:sym typeface="Lato"/>
              </a:rPr>
              <a:t>Perform some analysis to uncover patterns, correlations and trends within the dataset to extract some valuable information</a:t>
            </a:r>
            <a:endParaRPr b="0" i="0" sz="3600" u="none" cap="none" strike="noStrike">
              <a:solidFill>
                <a:srgbClr val="000000"/>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grpSp>
        <p:nvGrpSpPr>
          <p:cNvPr id="133" name="Google Shape;133;p5"/>
          <p:cNvGrpSpPr/>
          <p:nvPr/>
        </p:nvGrpSpPr>
        <p:grpSpPr>
          <a:xfrm>
            <a:off x="5138738" y="542715"/>
            <a:ext cx="8010449" cy="3230658"/>
            <a:chOff x="0" y="-38100"/>
            <a:chExt cx="2109623" cy="850800"/>
          </a:xfrm>
        </p:grpSpPr>
        <p:sp>
          <p:nvSpPr>
            <p:cNvPr id="134" name="Google Shape;134;p5"/>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5" name="Google Shape;135;p5"/>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136" name="Google Shape;136;p5"/>
          <p:cNvSpPr/>
          <p:nvPr/>
        </p:nvSpPr>
        <p:spPr>
          <a:xfrm flipH="1">
            <a:off x="16763548" y="8634413"/>
            <a:ext cx="2189615" cy="1982597"/>
          </a:xfrm>
          <a:custGeom>
            <a:rect b="b" l="l" r="r" t="t"/>
            <a:pathLst>
              <a:path extrusionOk="0" h="1982597" w="2189615">
                <a:moveTo>
                  <a:pt x="2189616" y="0"/>
                </a:moveTo>
                <a:lnTo>
                  <a:pt x="0" y="0"/>
                </a:lnTo>
                <a:lnTo>
                  <a:pt x="0" y="1982597"/>
                </a:lnTo>
                <a:lnTo>
                  <a:pt x="2189616" y="1982597"/>
                </a:lnTo>
                <a:lnTo>
                  <a:pt x="2189616" y="0"/>
                </a:lnTo>
                <a:close/>
              </a:path>
            </a:pathLst>
          </a:custGeom>
          <a:blipFill rotWithShape="1">
            <a:blip r:embed="rId3">
              <a:alphaModFix/>
            </a:blip>
            <a:stretch>
              <a:fillRect b="0" l="100000" r="10000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37" name="Google Shape;137;p5"/>
          <p:cNvSpPr/>
          <p:nvPr/>
        </p:nvSpPr>
        <p:spPr>
          <a:xfrm>
            <a:off x="4543425" y="904875"/>
            <a:ext cx="9201300" cy="11748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FLOW PROCESS</a:t>
            </a:r>
            <a:endParaRPr b="0" i="0" sz="1800" u="none" cap="none" strike="noStrike">
              <a:solidFill>
                <a:srgbClr val="000000"/>
              </a:solidFill>
              <a:latin typeface="Lato Black"/>
              <a:ea typeface="Lato Black"/>
              <a:cs typeface="Lato Black"/>
              <a:sym typeface="Lato Black"/>
            </a:endParaRPr>
          </a:p>
        </p:txBody>
      </p:sp>
      <p:pic>
        <p:nvPicPr>
          <p:cNvPr id="138" name="Google Shape;138;p5"/>
          <p:cNvPicPr preferRelativeResize="0"/>
          <p:nvPr/>
        </p:nvPicPr>
        <p:blipFill rotWithShape="1">
          <a:blip r:embed="rId4">
            <a:alphaModFix/>
          </a:blip>
          <a:srcRect b="0" l="0" r="0" t="0"/>
          <a:stretch/>
        </p:blipFill>
        <p:spPr>
          <a:xfrm>
            <a:off x="14097000" y="-1028700"/>
            <a:ext cx="3429000" cy="3429000"/>
          </a:xfrm>
          <a:prstGeom prst="rect">
            <a:avLst/>
          </a:prstGeom>
          <a:noFill/>
          <a:ln>
            <a:noFill/>
          </a:ln>
        </p:spPr>
      </p:pic>
      <p:pic>
        <p:nvPicPr>
          <p:cNvPr id="139" name="Google Shape;139;p5"/>
          <p:cNvPicPr preferRelativeResize="0"/>
          <p:nvPr/>
        </p:nvPicPr>
        <p:blipFill rotWithShape="1">
          <a:blip r:embed="rId5">
            <a:alphaModFix/>
          </a:blip>
          <a:srcRect b="0" l="0" r="0" t="0"/>
          <a:stretch/>
        </p:blipFill>
        <p:spPr>
          <a:xfrm>
            <a:off x="0" y="0"/>
            <a:ext cx="18288000" cy="102870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grpSp>
        <p:nvGrpSpPr>
          <p:cNvPr id="144" name="Google Shape;144;p6"/>
          <p:cNvGrpSpPr/>
          <p:nvPr/>
        </p:nvGrpSpPr>
        <p:grpSpPr>
          <a:xfrm>
            <a:off x="5138738" y="542715"/>
            <a:ext cx="8010525" cy="3231035"/>
            <a:chOff x="0" y="-38100"/>
            <a:chExt cx="2109623" cy="850900"/>
          </a:xfrm>
        </p:grpSpPr>
        <p:sp>
          <p:nvSpPr>
            <p:cNvPr id="145" name="Google Shape;145;p6"/>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6" name="Google Shape;146;p6"/>
            <p:cNvSpPr/>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147" name="Google Shape;147;p6"/>
          <p:cNvSpPr/>
          <p:nvPr/>
        </p:nvSpPr>
        <p:spPr>
          <a:xfrm flipH="1">
            <a:off x="16764000" y="8634413"/>
            <a:ext cx="2189163" cy="1981200"/>
          </a:xfrm>
          <a:custGeom>
            <a:rect b="b" l="l" r="r" t="t"/>
            <a:pathLst>
              <a:path extrusionOk="0" h="1982597" w="2189615">
                <a:moveTo>
                  <a:pt x="2189616" y="0"/>
                </a:moveTo>
                <a:lnTo>
                  <a:pt x="0" y="0"/>
                </a:lnTo>
                <a:lnTo>
                  <a:pt x="0" y="1982597"/>
                </a:lnTo>
                <a:lnTo>
                  <a:pt x="2189616" y="1982597"/>
                </a:lnTo>
                <a:lnTo>
                  <a:pt x="2189616" y="0"/>
                </a:lnTo>
                <a:close/>
              </a:path>
            </a:pathLst>
          </a:custGeom>
          <a:blipFill rotWithShape="0">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48" name="Google Shape;148;p6"/>
          <p:cNvSpPr/>
          <p:nvPr/>
        </p:nvSpPr>
        <p:spPr>
          <a:xfrm>
            <a:off x="4543425" y="904875"/>
            <a:ext cx="9201150" cy="117475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THE DATASETS</a:t>
            </a:r>
            <a:endParaRPr b="0" i="0" sz="1800" u="none" cap="none" strike="noStrike">
              <a:solidFill>
                <a:srgbClr val="000000"/>
              </a:solidFill>
              <a:latin typeface="Lato Black"/>
              <a:ea typeface="Lato Black"/>
              <a:cs typeface="Lato Black"/>
              <a:sym typeface="Lato Black"/>
            </a:endParaRPr>
          </a:p>
        </p:txBody>
      </p:sp>
      <p:sp>
        <p:nvSpPr>
          <p:cNvPr id="149" name="Google Shape;149;p6"/>
          <p:cNvSpPr/>
          <p:nvPr/>
        </p:nvSpPr>
        <p:spPr>
          <a:xfrm>
            <a:off x="1046125" y="2705100"/>
            <a:ext cx="16011600" cy="6681000"/>
          </a:xfrm>
          <a:prstGeom prst="rect">
            <a:avLst/>
          </a:prstGeom>
          <a:noFill/>
          <a:ln>
            <a:noFill/>
          </a:ln>
        </p:spPr>
        <p:txBody>
          <a:bodyPr anchorCtr="0" anchor="t" bIns="0" lIns="0" spcFirstLastPara="1" rIns="0" wrap="square" tIns="0">
            <a:noAutofit/>
          </a:bodyPr>
          <a:lstStyle/>
          <a:p>
            <a:pPr indent="-457200" lvl="0" marL="457200" marR="0" rtl="0" algn="l">
              <a:lnSpc>
                <a:spcPct val="143764"/>
              </a:lnSpc>
              <a:spcBef>
                <a:spcPts val="0"/>
              </a:spcBef>
              <a:spcAft>
                <a:spcPts val="0"/>
              </a:spcAft>
              <a:buClr>
                <a:srgbClr val="000000"/>
              </a:buClr>
              <a:buSzPts val="3700"/>
              <a:buFont typeface="Lato"/>
              <a:buChar char="●"/>
            </a:pPr>
            <a:r>
              <a:rPr b="0" i="0" lang="en-US" sz="3700" u="sng" cap="none" strike="noStrike">
                <a:solidFill>
                  <a:schemeClr val="hlink"/>
                </a:solidFill>
                <a:latin typeface="Lato"/>
                <a:ea typeface="Lato"/>
                <a:cs typeface="Lato"/>
                <a:sym typeface="Lato"/>
                <a:hlinkClick r:id="rId4"/>
              </a:rPr>
              <a:t>Given Dataset</a:t>
            </a:r>
            <a:r>
              <a:rPr b="0" i="0" lang="en-US" sz="3700" u="none" cap="none" strike="noStrike">
                <a:solidFill>
                  <a:srgbClr val="000000"/>
                </a:solidFill>
                <a:latin typeface="Lato"/>
                <a:ea typeface="Lato"/>
                <a:cs typeface="Lato"/>
                <a:sym typeface="Lato"/>
              </a:rPr>
              <a:t>: The provided dataset from the International Energy Agency  (IEA) served as the core dataset with 132019 rows from 2010 to 2023</a:t>
            </a:r>
            <a:endParaRPr b="0" i="0" sz="3700" u="none" cap="none" strike="noStrike">
              <a:solidFill>
                <a:srgbClr val="000000"/>
              </a:solidFill>
              <a:latin typeface="Lato"/>
              <a:ea typeface="Lato"/>
              <a:cs typeface="Lato"/>
              <a:sym typeface="Lato"/>
            </a:endParaRPr>
          </a:p>
          <a:p>
            <a:pPr indent="-457200" lvl="0" marL="457200" marR="0" rtl="0" algn="l">
              <a:lnSpc>
                <a:spcPct val="143764"/>
              </a:lnSpc>
              <a:spcBef>
                <a:spcPts val="0"/>
              </a:spcBef>
              <a:spcAft>
                <a:spcPts val="0"/>
              </a:spcAft>
              <a:buClr>
                <a:srgbClr val="000000"/>
              </a:buClr>
              <a:buSzPts val="3700"/>
              <a:buFont typeface="Lato"/>
              <a:buChar char="●"/>
            </a:pPr>
            <a:r>
              <a:rPr b="0" i="0" lang="en-US" sz="3700" u="sng" cap="none" strike="noStrike">
                <a:solidFill>
                  <a:schemeClr val="hlink"/>
                </a:solidFill>
                <a:latin typeface="Lato"/>
                <a:ea typeface="Lato"/>
                <a:cs typeface="Lato"/>
                <a:sym typeface="Lato"/>
                <a:hlinkClick r:id="rId5"/>
              </a:rPr>
              <a:t>Electricity Generation Data</a:t>
            </a:r>
            <a:r>
              <a:rPr b="0" i="0" lang="en-US" sz="3700" u="none" cap="none" strike="noStrike">
                <a:solidFill>
                  <a:srgbClr val="000000"/>
                </a:solidFill>
                <a:latin typeface="Lato"/>
                <a:ea typeface="Lato"/>
                <a:cs typeface="Lato"/>
                <a:sym typeface="Lato"/>
              </a:rPr>
              <a:t>: This is the dataset gotten from data.world consisting of 4075 rows from 1960 to 2017.</a:t>
            </a:r>
            <a:endParaRPr b="0" i="0" sz="3700" u="none" cap="none" strike="noStrike">
              <a:solidFill>
                <a:srgbClr val="000000"/>
              </a:solidFill>
              <a:latin typeface="Lato"/>
              <a:ea typeface="Lato"/>
              <a:cs typeface="Lato"/>
              <a:sym typeface="Lato"/>
            </a:endParaRPr>
          </a:p>
          <a:p>
            <a:pPr indent="-457200" lvl="0" marL="457200" marR="0" rtl="0" algn="l">
              <a:lnSpc>
                <a:spcPct val="143764"/>
              </a:lnSpc>
              <a:spcBef>
                <a:spcPts val="0"/>
              </a:spcBef>
              <a:spcAft>
                <a:spcPts val="0"/>
              </a:spcAft>
              <a:buClr>
                <a:srgbClr val="000000"/>
              </a:buClr>
              <a:buSzPts val="3700"/>
              <a:buFont typeface="Lato"/>
              <a:buChar char="●"/>
            </a:pPr>
            <a:r>
              <a:rPr b="0" i="0" lang="en-US" sz="3700" u="none" cap="none" strike="noStrike">
                <a:solidFill>
                  <a:srgbClr val="000000"/>
                </a:solidFill>
                <a:latin typeface="Lato"/>
                <a:ea typeface="Lato"/>
                <a:cs typeface="Lato"/>
                <a:sym typeface="Lato"/>
              </a:rPr>
              <a:t> </a:t>
            </a:r>
            <a:r>
              <a:rPr b="0" i="0" lang="en-US" sz="3700" u="sng" cap="none" strike="noStrike">
                <a:solidFill>
                  <a:schemeClr val="hlink"/>
                </a:solidFill>
                <a:latin typeface="Lato"/>
                <a:ea typeface="Lato"/>
                <a:cs typeface="Lato"/>
                <a:sym typeface="Lato"/>
                <a:hlinkClick r:id="rId6"/>
              </a:rPr>
              <a:t>World Bank Rural Percentage Data</a:t>
            </a:r>
            <a:r>
              <a:rPr b="0" i="0" lang="en-US" sz="3700" u="none" cap="none" strike="noStrike">
                <a:solidFill>
                  <a:srgbClr val="000000"/>
                </a:solidFill>
                <a:latin typeface="Lato"/>
                <a:ea typeface="Lato"/>
                <a:cs typeface="Lato"/>
                <a:sym typeface="Lato"/>
              </a:rPr>
              <a:t>: This dataset contains information on the percentage of rural population in each country. We used this dataset to generate new features for our dataset , such as rural electrification and urban electrification rate in OECD countries. </a:t>
            </a:r>
            <a:endParaRPr b="0" i="0" sz="1700" u="none" cap="none" strike="noStrike">
              <a:solidFill>
                <a:srgbClr val="000000"/>
              </a:solidFill>
              <a:latin typeface="Lato"/>
              <a:ea typeface="Lato"/>
              <a:cs typeface="Lato"/>
              <a:sym typeface="Lato"/>
            </a:endParaRPr>
          </a:p>
        </p:txBody>
      </p:sp>
      <p:pic>
        <p:nvPicPr>
          <p:cNvPr id="150" name="Google Shape;150;p6"/>
          <p:cNvPicPr preferRelativeResize="0"/>
          <p:nvPr/>
        </p:nvPicPr>
        <p:blipFill rotWithShape="1">
          <a:blip r:embed="rId7">
            <a:alphaModFix/>
          </a:blip>
          <a:srcRect b="0" l="0" r="0" t="0"/>
          <a:stretch/>
        </p:blipFill>
        <p:spPr>
          <a:xfrm>
            <a:off x="14097000" y="-1028700"/>
            <a:ext cx="3429000" cy="34290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7"/>
          <p:cNvSpPr/>
          <p:nvPr/>
        </p:nvSpPr>
        <p:spPr>
          <a:xfrm>
            <a:off x="15308263" y="9520238"/>
            <a:ext cx="4927600" cy="1533525"/>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156" name="Google Shape;156;p7"/>
          <p:cNvGrpSpPr/>
          <p:nvPr/>
        </p:nvGrpSpPr>
        <p:grpSpPr>
          <a:xfrm>
            <a:off x="2979738" y="542715"/>
            <a:ext cx="12328525" cy="3231035"/>
            <a:chOff x="0" y="-38100"/>
            <a:chExt cx="3247348" cy="850900"/>
          </a:xfrm>
        </p:grpSpPr>
        <p:sp>
          <p:nvSpPr>
            <p:cNvPr id="157" name="Google Shape;157;p7"/>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58" name="Google Shape;158;p7"/>
            <p:cNvSpPr/>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159" name="Google Shape;159;p7"/>
          <p:cNvSpPr/>
          <p:nvPr/>
        </p:nvSpPr>
        <p:spPr>
          <a:xfrm>
            <a:off x="2517775" y="904875"/>
            <a:ext cx="13252450" cy="1192213"/>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DATA PREPARATION </a:t>
            </a:r>
            <a:endParaRPr b="0" i="0" sz="1800" u="none" cap="none" strike="noStrike">
              <a:solidFill>
                <a:srgbClr val="000000"/>
              </a:solidFill>
              <a:latin typeface="Lato Black"/>
              <a:ea typeface="Lato Black"/>
              <a:cs typeface="Lato Black"/>
              <a:sym typeface="Lato Black"/>
            </a:endParaRPr>
          </a:p>
        </p:txBody>
      </p:sp>
      <p:pic>
        <p:nvPicPr>
          <p:cNvPr id="160" name="Google Shape;160;p7"/>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sp>
        <p:nvSpPr>
          <p:cNvPr id="161" name="Google Shape;161;p7"/>
          <p:cNvSpPr/>
          <p:nvPr/>
        </p:nvSpPr>
        <p:spPr>
          <a:xfrm>
            <a:off x="1278625" y="2879450"/>
            <a:ext cx="16040700" cy="6222900"/>
          </a:xfrm>
          <a:prstGeom prst="rect">
            <a:avLst/>
          </a:prstGeom>
          <a:noFill/>
          <a:ln>
            <a:noFill/>
          </a:ln>
        </p:spPr>
        <p:txBody>
          <a:bodyPr anchorCtr="0" anchor="t" bIns="0" lIns="0" spcFirstLastPara="1" rIns="0" wrap="square" tIns="0">
            <a:noAutofit/>
          </a:bodyPr>
          <a:lstStyle/>
          <a:p>
            <a:pPr indent="-457200" lvl="0" marL="457200" marR="0" rtl="0" algn="l">
              <a:lnSpc>
                <a:spcPct val="150000"/>
              </a:lnSpc>
              <a:spcBef>
                <a:spcPts val="600"/>
              </a:spcBef>
              <a:spcAft>
                <a:spcPts val="0"/>
              </a:spcAft>
              <a:buClr>
                <a:srgbClr val="212121"/>
              </a:buClr>
              <a:buSzPts val="4800"/>
              <a:buFont typeface="Lato"/>
              <a:buChar char="●"/>
            </a:pPr>
            <a:r>
              <a:rPr b="0" i="0" lang="en-US" sz="4800" u="none" cap="none" strike="noStrike">
                <a:solidFill>
                  <a:srgbClr val="212121"/>
                </a:solidFill>
                <a:highlight>
                  <a:srgbClr val="FFFFFF"/>
                </a:highlight>
                <a:latin typeface="Lato"/>
                <a:ea typeface="Lato"/>
                <a:cs typeface="Lato"/>
                <a:sym typeface="Lato"/>
              </a:rPr>
              <a:t>Data Cleaning was done on all the three datasets</a:t>
            </a:r>
            <a:endParaRPr b="0" i="0" sz="4800" u="none" cap="none" strike="noStrike">
              <a:solidFill>
                <a:srgbClr val="212121"/>
              </a:solidFill>
              <a:highlight>
                <a:srgbClr val="FFFFFF"/>
              </a:highlight>
              <a:latin typeface="Lato"/>
              <a:ea typeface="Lato"/>
              <a:cs typeface="Lato"/>
              <a:sym typeface="Lato"/>
            </a:endParaRPr>
          </a:p>
          <a:p>
            <a:pPr indent="-457200" lvl="0" marL="457200" marR="0" rtl="0" algn="l">
              <a:lnSpc>
                <a:spcPct val="150000"/>
              </a:lnSpc>
              <a:spcBef>
                <a:spcPts val="0"/>
              </a:spcBef>
              <a:spcAft>
                <a:spcPts val="0"/>
              </a:spcAft>
              <a:buClr>
                <a:srgbClr val="212121"/>
              </a:buClr>
              <a:buSzPts val="4800"/>
              <a:buFont typeface="Lato"/>
              <a:buChar char="●"/>
            </a:pPr>
            <a:r>
              <a:rPr b="0" i="0" lang="en-US" sz="4800" u="none" cap="none" strike="noStrike">
                <a:solidFill>
                  <a:srgbClr val="212121"/>
                </a:solidFill>
                <a:highlight>
                  <a:srgbClr val="FFFFFF"/>
                </a:highlight>
                <a:latin typeface="Lato"/>
                <a:ea typeface="Lato"/>
                <a:cs typeface="Lato"/>
                <a:sym typeface="Lato"/>
              </a:rPr>
              <a:t>Generate urban population feature from the rural data</a:t>
            </a:r>
            <a:endParaRPr b="0" i="0" sz="4800" u="none" cap="none" strike="noStrike">
              <a:solidFill>
                <a:srgbClr val="212121"/>
              </a:solidFill>
              <a:highlight>
                <a:srgbClr val="FFFFFF"/>
              </a:highlight>
              <a:latin typeface="Lato"/>
              <a:ea typeface="Lato"/>
              <a:cs typeface="Lato"/>
              <a:sym typeface="Lato"/>
            </a:endParaRPr>
          </a:p>
          <a:p>
            <a:pPr indent="-457200" lvl="0" marL="457200" marR="0" rtl="0" algn="l">
              <a:lnSpc>
                <a:spcPct val="150000"/>
              </a:lnSpc>
              <a:spcBef>
                <a:spcPts val="0"/>
              </a:spcBef>
              <a:spcAft>
                <a:spcPts val="0"/>
              </a:spcAft>
              <a:buClr>
                <a:srgbClr val="212121"/>
              </a:buClr>
              <a:buSzPts val="4800"/>
              <a:buFont typeface="Lato"/>
              <a:buChar char="●"/>
            </a:pPr>
            <a:r>
              <a:rPr b="0" i="0" lang="en-US" sz="4800" u="none" cap="none" strike="noStrike">
                <a:solidFill>
                  <a:srgbClr val="212121"/>
                </a:solidFill>
                <a:highlight>
                  <a:srgbClr val="FFFFFF"/>
                </a:highlight>
                <a:latin typeface="Lato"/>
                <a:ea typeface="Lato"/>
                <a:cs typeface="Lato"/>
                <a:sym typeface="Lato"/>
              </a:rPr>
              <a:t>All the three datasets were merged together with the generated urban population feature</a:t>
            </a:r>
            <a:endParaRPr b="0" i="0" sz="4800" u="none" cap="none" strike="noStrike">
              <a:solidFill>
                <a:srgbClr val="212121"/>
              </a:solidFill>
              <a:highlight>
                <a:srgbClr val="FFFFFF"/>
              </a:highlight>
              <a:latin typeface="Lato"/>
              <a:ea typeface="Lato"/>
              <a:cs typeface="Lato"/>
              <a:sym typeface="Lato"/>
            </a:endParaRPr>
          </a:p>
          <a:p>
            <a:pPr indent="-457200" lvl="0" marL="457200" marR="0" rtl="0" algn="l">
              <a:lnSpc>
                <a:spcPct val="150000"/>
              </a:lnSpc>
              <a:spcBef>
                <a:spcPts val="0"/>
              </a:spcBef>
              <a:spcAft>
                <a:spcPts val="0"/>
              </a:spcAft>
              <a:buClr>
                <a:srgbClr val="212121"/>
              </a:buClr>
              <a:buSzPts val="4800"/>
              <a:buFont typeface="Lato"/>
              <a:buChar char="●"/>
            </a:pPr>
            <a:r>
              <a:rPr b="0" i="0" lang="en-US" sz="4800" u="none" cap="none" strike="noStrike">
                <a:solidFill>
                  <a:srgbClr val="212121"/>
                </a:solidFill>
                <a:highlight>
                  <a:srgbClr val="FFFFFF"/>
                </a:highlight>
                <a:latin typeface="Lato"/>
                <a:ea typeface="Lato"/>
                <a:cs typeface="Lato"/>
                <a:sym typeface="Lato"/>
              </a:rPr>
              <a:t>Generate electric rural rate and electric urban rate from the merged data</a:t>
            </a:r>
            <a:endParaRPr b="0" i="0" sz="4800" u="none" cap="none" strike="noStrike">
              <a:solidFill>
                <a:srgbClr val="000000"/>
              </a:solidFill>
              <a:latin typeface="Lato"/>
              <a:ea typeface="Lato"/>
              <a:cs typeface="Lato"/>
              <a:sym typeface="Lato"/>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grpSp>
        <p:nvGrpSpPr>
          <p:cNvPr id="166" name="Google Shape;166;p8"/>
          <p:cNvGrpSpPr/>
          <p:nvPr/>
        </p:nvGrpSpPr>
        <p:grpSpPr>
          <a:xfrm>
            <a:off x="2601639" y="623721"/>
            <a:ext cx="10812873" cy="1544202"/>
            <a:chOff x="0" y="-38100"/>
            <a:chExt cx="2109623" cy="850800"/>
          </a:xfrm>
        </p:grpSpPr>
        <p:sp>
          <p:nvSpPr>
            <p:cNvPr id="167" name="Google Shape;167;p8"/>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68" name="Google Shape;168;p8"/>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169" name="Google Shape;169;p8"/>
          <p:cNvSpPr/>
          <p:nvPr/>
        </p:nvSpPr>
        <p:spPr>
          <a:xfrm flipH="1" rot="-1536293">
            <a:off x="16486534" y="-61705"/>
            <a:ext cx="2539822" cy="2299694"/>
          </a:xfrm>
          <a:custGeom>
            <a:rect b="b" l="l" r="r" t="t"/>
            <a:pathLst>
              <a:path extrusionOk="0" h="2297899" w="2537840">
                <a:moveTo>
                  <a:pt x="2537840" y="0"/>
                </a:moveTo>
                <a:lnTo>
                  <a:pt x="0" y="0"/>
                </a:lnTo>
                <a:lnTo>
                  <a:pt x="0" y="2297898"/>
                </a:lnTo>
                <a:lnTo>
                  <a:pt x="2537840" y="2297898"/>
                </a:lnTo>
                <a:lnTo>
                  <a:pt x="2537840" y="0"/>
                </a:lnTo>
                <a:close/>
              </a:path>
            </a:pathLst>
          </a:custGeom>
          <a:blipFill rotWithShape="0">
            <a:blip r:embed="rId3">
              <a:alphaModFix/>
            </a:blip>
            <a:stretch>
              <a:fillRect b="-3" l="10" r="2" t="-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70" name="Google Shape;170;p8"/>
          <p:cNvSpPr/>
          <p:nvPr/>
        </p:nvSpPr>
        <p:spPr>
          <a:xfrm>
            <a:off x="4518796" y="754838"/>
            <a:ext cx="6857700" cy="666600"/>
          </a:xfrm>
          <a:prstGeom prst="rect">
            <a:avLst/>
          </a:prstGeom>
          <a:noFill/>
          <a:ln>
            <a:noFill/>
          </a:ln>
        </p:spPr>
        <p:txBody>
          <a:bodyPr anchorCtr="0" anchor="t" bIns="0" lIns="0" spcFirstLastPara="1" rIns="0" wrap="square" tIns="0">
            <a:noAutofit/>
          </a:bodyPr>
          <a:lstStyle/>
          <a:p>
            <a:pPr indent="0" lvl="0" marL="0" marR="0" rtl="0" algn="l">
              <a:lnSpc>
                <a:spcPct val="231250"/>
              </a:lnSpc>
              <a:spcBef>
                <a:spcPts val="0"/>
              </a:spcBef>
              <a:spcAft>
                <a:spcPts val="0"/>
              </a:spcAft>
              <a:buClr>
                <a:srgbClr val="000000"/>
              </a:buClr>
              <a:buSzPts val="3600"/>
              <a:buFont typeface="Arial"/>
              <a:buNone/>
            </a:pPr>
            <a:r>
              <a:rPr b="0" i="0" lang="en-US" sz="3600" u="none" cap="none" strike="noStrike">
                <a:solidFill>
                  <a:srgbClr val="000000"/>
                </a:solidFill>
                <a:latin typeface="Lato Black"/>
                <a:ea typeface="Lato Black"/>
                <a:cs typeface="Lato Black"/>
                <a:sym typeface="Lato Black"/>
              </a:rPr>
              <a:t>Exploratory Data Analysis (EDA)</a:t>
            </a:r>
            <a:endParaRPr b="0" i="0" sz="1800" u="none" cap="none" strike="noStrike">
              <a:solidFill>
                <a:srgbClr val="000000"/>
              </a:solidFill>
              <a:latin typeface="Lato Black"/>
              <a:ea typeface="Lato Black"/>
              <a:cs typeface="Lato Black"/>
              <a:sym typeface="Lato Black"/>
            </a:endParaRPr>
          </a:p>
        </p:txBody>
      </p:sp>
      <p:pic>
        <p:nvPicPr>
          <p:cNvPr id="171" name="Google Shape;171;p8"/>
          <p:cNvPicPr preferRelativeResize="0"/>
          <p:nvPr/>
        </p:nvPicPr>
        <p:blipFill rotWithShape="1">
          <a:blip r:embed="rId4">
            <a:alphaModFix/>
          </a:blip>
          <a:srcRect b="0" l="0" r="0" t="0"/>
          <a:stretch/>
        </p:blipFill>
        <p:spPr>
          <a:xfrm>
            <a:off x="14097000" y="-952500"/>
            <a:ext cx="3429000" cy="3429000"/>
          </a:xfrm>
          <a:prstGeom prst="rect">
            <a:avLst/>
          </a:prstGeom>
          <a:noFill/>
          <a:ln>
            <a:noFill/>
          </a:ln>
        </p:spPr>
      </p:pic>
      <p:sp>
        <p:nvSpPr>
          <p:cNvPr id="172" name="Google Shape;172;p8"/>
          <p:cNvSpPr txBox="1"/>
          <p:nvPr/>
        </p:nvSpPr>
        <p:spPr>
          <a:xfrm>
            <a:off x="392625" y="8153725"/>
            <a:ext cx="8208900" cy="1477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highlight>
                  <a:srgbClr val="F7F7F8"/>
                </a:highlight>
                <a:latin typeface="Lato"/>
                <a:ea typeface="Lato"/>
                <a:cs typeface="Lato"/>
                <a:sym typeface="Lato"/>
              </a:rPr>
              <a:t>The geographical distribution of average electricity values indicates that the United States (USA) has the highest values.</a:t>
            </a:r>
            <a:endParaRPr b="0" i="0" sz="2800" u="none" cap="none" strike="noStrike">
              <a:solidFill>
                <a:schemeClr val="dk1"/>
              </a:solidFill>
              <a:latin typeface="Lato"/>
              <a:ea typeface="Lato"/>
              <a:cs typeface="Lato"/>
              <a:sym typeface="Lato"/>
            </a:endParaRPr>
          </a:p>
        </p:txBody>
      </p:sp>
      <p:pic>
        <p:nvPicPr>
          <p:cNvPr id="173" name="Google Shape;173;p8"/>
          <p:cNvPicPr preferRelativeResize="0"/>
          <p:nvPr/>
        </p:nvPicPr>
        <p:blipFill rotWithShape="1">
          <a:blip r:embed="rId5">
            <a:alphaModFix/>
          </a:blip>
          <a:srcRect b="0" l="0" r="0" t="0"/>
          <a:stretch/>
        </p:blipFill>
        <p:spPr>
          <a:xfrm>
            <a:off x="368463" y="1629563"/>
            <a:ext cx="7767780" cy="6214224"/>
          </a:xfrm>
          <a:prstGeom prst="rect">
            <a:avLst/>
          </a:prstGeom>
          <a:noFill/>
          <a:ln>
            <a:noFill/>
          </a:ln>
        </p:spPr>
      </p:pic>
      <p:pic>
        <p:nvPicPr>
          <p:cNvPr id="174" name="Google Shape;174;p8"/>
          <p:cNvPicPr preferRelativeResize="0"/>
          <p:nvPr/>
        </p:nvPicPr>
        <p:blipFill rotWithShape="1">
          <a:blip r:embed="rId6">
            <a:alphaModFix/>
          </a:blip>
          <a:srcRect b="0" l="0" r="0" t="0"/>
          <a:stretch/>
        </p:blipFill>
        <p:spPr>
          <a:xfrm>
            <a:off x="9095575" y="2086725"/>
            <a:ext cx="8921199" cy="6214200"/>
          </a:xfrm>
          <a:prstGeom prst="rect">
            <a:avLst/>
          </a:prstGeom>
          <a:noFill/>
          <a:ln>
            <a:noFill/>
          </a:ln>
        </p:spPr>
      </p:pic>
      <p:sp>
        <p:nvSpPr>
          <p:cNvPr id="175" name="Google Shape;175;p8"/>
          <p:cNvSpPr txBox="1"/>
          <p:nvPr/>
        </p:nvSpPr>
        <p:spPr>
          <a:xfrm>
            <a:off x="9095575" y="8422000"/>
            <a:ext cx="89211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Lato"/>
                <a:ea typeface="Lato"/>
                <a:cs typeface="Lato"/>
                <a:sym typeface="Lato"/>
              </a:rPr>
              <a:t>The trend in total value over time reveals that the year 2014 exhibits the highest electric value</a:t>
            </a:r>
            <a:endParaRPr b="0" i="0" sz="2800" u="none" cap="none" strike="noStrike">
              <a:solidFill>
                <a:srgbClr val="000000"/>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grpSp>
        <p:nvGrpSpPr>
          <p:cNvPr id="180" name="Google Shape;180;p9"/>
          <p:cNvGrpSpPr/>
          <p:nvPr/>
        </p:nvGrpSpPr>
        <p:grpSpPr>
          <a:xfrm>
            <a:off x="1598250" y="623725"/>
            <a:ext cx="12498672" cy="1544202"/>
            <a:chOff x="0" y="-38100"/>
            <a:chExt cx="2109623" cy="850800"/>
          </a:xfrm>
        </p:grpSpPr>
        <p:sp>
          <p:nvSpPr>
            <p:cNvPr id="181" name="Google Shape;181;p9"/>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2" name="Google Shape;182;p9"/>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183" name="Google Shape;183;p9"/>
          <p:cNvSpPr/>
          <p:nvPr/>
        </p:nvSpPr>
        <p:spPr>
          <a:xfrm flipH="1" rot="-1536293">
            <a:off x="16486534" y="-61705"/>
            <a:ext cx="2539822" cy="2299694"/>
          </a:xfrm>
          <a:custGeom>
            <a:rect b="b" l="l" r="r" t="t"/>
            <a:pathLst>
              <a:path extrusionOk="0" h="2297899" w="2537840">
                <a:moveTo>
                  <a:pt x="2537840" y="0"/>
                </a:moveTo>
                <a:lnTo>
                  <a:pt x="0" y="0"/>
                </a:lnTo>
                <a:lnTo>
                  <a:pt x="0" y="2297898"/>
                </a:lnTo>
                <a:lnTo>
                  <a:pt x="2537840" y="2297898"/>
                </a:lnTo>
                <a:lnTo>
                  <a:pt x="2537840" y="0"/>
                </a:lnTo>
                <a:close/>
              </a:path>
            </a:pathLst>
          </a:custGeom>
          <a:blipFill rotWithShape="0">
            <a:blip r:embed="rId3">
              <a:alphaModFix/>
            </a:blip>
            <a:stretch>
              <a:fillRect b="-3" l="10" r="2" t="-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184" name="Google Shape;184;p9"/>
          <p:cNvSpPr/>
          <p:nvPr/>
        </p:nvSpPr>
        <p:spPr>
          <a:xfrm>
            <a:off x="960213" y="831038"/>
            <a:ext cx="13136700" cy="666600"/>
          </a:xfrm>
          <a:prstGeom prst="rect">
            <a:avLst/>
          </a:prstGeom>
          <a:noFill/>
          <a:ln>
            <a:noFill/>
          </a:ln>
        </p:spPr>
        <p:txBody>
          <a:bodyPr anchorCtr="0" anchor="t" bIns="0" lIns="0" spcFirstLastPara="1" rIns="0" wrap="square" tIns="0">
            <a:noAutofit/>
          </a:bodyPr>
          <a:lstStyle/>
          <a:p>
            <a:pPr indent="0" lvl="0" marL="0" marR="0" rtl="0" algn="ctr">
              <a:lnSpc>
                <a:spcPct val="231250"/>
              </a:lnSpc>
              <a:spcBef>
                <a:spcPts val="0"/>
              </a:spcBef>
              <a:spcAft>
                <a:spcPts val="0"/>
              </a:spcAft>
              <a:buClr>
                <a:srgbClr val="000000"/>
              </a:buClr>
              <a:buSzPts val="3600"/>
              <a:buFont typeface="Arial"/>
              <a:buNone/>
            </a:pPr>
            <a:r>
              <a:rPr b="0" i="0" lang="en-US" sz="3600" u="none" cap="none" strike="noStrike">
                <a:solidFill>
                  <a:srgbClr val="000000"/>
                </a:solidFill>
                <a:latin typeface="Lato Black"/>
                <a:ea typeface="Lato Black"/>
                <a:cs typeface="Lato Black"/>
                <a:sym typeface="Lato Black"/>
              </a:rPr>
              <a:t>EDA Cont’d</a:t>
            </a:r>
            <a:endParaRPr b="0" i="0" sz="1800" u="none" cap="none" strike="noStrike">
              <a:solidFill>
                <a:srgbClr val="000000"/>
              </a:solidFill>
              <a:latin typeface="Lato Black"/>
              <a:ea typeface="Lato Black"/>
              <a:cs typeface="Lato Black"/>
              <a:sym typeface="Lato Black"/>
            </a:endParaRPr>
          </a:p>
        </p:txBody>
      </p:sp>
      <p:pic>
        <p:nvPicPr>
          <p:cNvPr id="185" name="Google Shape;185;p9"/>
          <p:cNvPicPr preferRelativeResize="0"/>
          <p:nvPr/>
        </p:nvPicPr>
        <p:blipFill rotWithShape="1">
          <a:blip r:embed="rId4">
            <a:alphaModFix/>
          </a:blip>
          <a:srcRect b="0" l="0" r="0" t="0"/>
          <a:stretch/>
        </p:blipFill>
        <p:spPr>
          <a:xfrm>
            <a:off x="14097000" y="-952500"/>
            <a:ext cx="3429000" cy="3429000"/>
          </a:xfrm>
          <a:prstGeom prst="rect">
            <a:avLst/>
          </a:prstGeom>
          <a:noFill/>
          <a:ln>
            <a:noFill/>
          </a:ln>
        </p:spPr>
      </p:pic>
      <p:pic>
        <p:nvPicPr>
          <p:cNvPr id="186" name="Google Shape;186;p9"/>
          <p:cNvPicPr preferRelativeResize="0"/>
          <p:nvPr/>
        </p:nvPicPr>
        <p:blipFill rotWithShape="1">
          <a:blip r:embed="rId5">
            <a:alphaModFix/>
          </a:blip>
          <a:srcRect b="0" l="0" r="0" t="0"/>
          <a:stretch/>
        </p:blipFill>
        <p:spPr>
          <a:xfrm>
            <a:off x="843963" y="1966776"/>
            <a:ext cx="8053067" cy="6353425"/>
          </a:xfrm>
          <a:prstGeom prst="rect">
            <a:avLst/>
          </a:prstGeom>
          <a:noFill/>
          <a:ln>
            <a:noFill/>
          </a:ln>
        </p:spPr>
      </p:pic>
      <p:sp>
        <p:nvSpPr>
          <p:cNvPr id="187" name="Google Shape;187;p9"/>
          <p:cNvSpPr txBox="1"/>
          <p:nvPr/>
        </p:nvSpPr>
        <p:spPr>
          <a:xfrm>
            <a:off x="873345" y="8628325"/>
            <a:ext cx="84786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Lato"/>
                <a:ea typeface="Lato"/>
                <a:cs typeface="Lato"/>
                <a:sym typeface="Lato"/>
              </a:rPr>
              <a:t>Slovenia, Portugal, and Slovakia are the top three countries with the highest rural populations</a:t>
            </a:r>
            <a:endParaRPr b="0" i="0" sz="2800" u="none" cap="none" strike="noStrike">
              <a:solidFill>
                <a:srgbClr val="000000"/>
              </a:solidFill>
              <a:latin typeface="Lato"/>
              <a:ea typeface="Lato"/>
              <a:cs typeface="Lato"/>
              <a:sym typeface="Lato"/>
            </a:endParaRPr>
          </a:p>
        </p:txBody>
      </p:sp>
      <p:pic>
        <p:nvPicPr>
          <p:cNvPr id="188" name="Google Shape;188;p9"/>
          <p:cNvPicPr preferRelativeResize="0"/>
          <p:nvPr/>
        </p:nvPicPr>
        <p:blipFill rotWithShape="1">
          <a:blip r:embed="rId6">
            <a:alphaModFix/>
          </a:blip>
          <a:srcRect b="0" l="0" r="0" t="0"/>
          <a:stretch/>
        </p:blipFill>
        <p:spPr>
          <a:xfrm>
            <a:off x="9351800" y="1658650"/>
            <a:ext cx="8151874" cy="6817275"/>
          </a:xfrm>
          <a:prstGeom prst="rect">
            <a:avLst/>
          </a:prstGeom>
          <a:noFill/>
          <a:ln>
            <a:noFill/>
          </a:ln>
        </p:spPr>
      </p:pic>
      <p:sp>
        <p:nvSpPr>
          <p:cNvPr id="189" name="Google Shape;189;p9"/>
          <p:cNvSpPr txBox="1"/>
          <p:nvPr/>
        </p:nvSpPr>
        <p:spPr>
          <a:xfrm>
            <a:off x="9732800" y="8550525"/>
            <a:ext cx="81741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Rockwell"/>
                <a:ea typeface="Rockwell"/>
                <a:cs typeface="Rockwell"/>
                <a:sym typeface="Rockwell"/>
              </a:rPr>
              <a:t>Belgium, Iceland, and Israel stand out with the highest urban populations</a:t>
            </a:r>
            <a:endParaRPr b="0" i="0" sz="2800" u="none" cap="none" strike="noStrike">
              <a:solidFill>
                <a:srgbClr val="000000"/>
              </a:solidFill>
              <a:latin typeface="Rockwell"/>
              <a:ea typeface="Rockwell"/>
              <a:cs typeface="Rockwell"/>
              <a:sym typeface="Rockwe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10"/>
          <p:cNvSpPr/>
          <p:nvPr/>
        </p:nvSpPr>
        <p:spPr>
          <a:xfrm flipH="1" rot="-1536293">
            <a:off x="16486534" y="-61705"/>
            <a:ext cx="2539822" cy="2299694"/>
          </a:xfrm>
          <a:custGeom>
            <a:rect b="b" l="l" r="r" t="t"/>
            <a:pathLst>
              <a:path extrusionOk="0" h="2297899" w="2537840">
                <a:moveTo>
                  <a:pt x="2537840" y="0"/>
                </a:moveTo>
                <a:lnTo>
                  <a:pt x="0" y="0"/>
                </a:lnTo>
                <a:lnTo>
                  <a:pt x="0" y="2297898"/>
                </a:lnTo>
                <a:lnTo>
                  <a:pt x="2537840" y="2297898"/>
                </a:lnTo>
                <a:lnTo>
                  <a:pt x="2537840" y="0"/>
                </a:lnTo>
                <a:close/>
              </a:path>
            </a:pathLst>
          </a:custGeom>
          <a:blipFill rotWithShape="0">
            <a:blip r:embed="rId3">
              <a:alphaModFix/>
            </a:blip>
            <a:stretch>
              <a:fillRect b="-3" l="10" r="2" t="-6"/>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195" name="Google Shape;195;p10"/>
          <p:cNvPicPr preferRelativeResize="0"/>
          <p:nvPr/>
        </p:nvPicPr>
        <p:blipFill rotWithShape="1">
          <a:blip r:embed="rId4">
            <a:alphaModFix/>
          </a:blip>
          <a:srcRect b="0" l="0" r="0" t="0"/>
          <a:stretch/>
        </p:blipFill>
        <p:spPr>
          <a:xfrm>
            <a:off x="14097000" y="-952500"/>
            <a:ext cx="3429000" cy="3429000"/>
          </a:xfrm>
          <a:prstGeom prst="rect">
            <a:avLst/>
          </a:prstGeom>
          <a:noFill/>
          <a:ln>
            <a:noFill/>
          </a:ln>
        </p:spPr>
      </p:pic>
      <p:sp>
        <p:nvSpPr>
          <p:cNvPr id="196" name="Google Shape;196;p10"/>
          <p:cNvSpPr txBox="1"/>
          <p:nvPr/>
        </p:nvSpPr>
        <p:spPr>
          <a:xfrm>
            <a:off x="960225" y="8752225"/>
            <a:ext cx="6382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000000"/>
                </a:solidFill>
                <a:latin typeface="Rockwell"/>
                <a:ea typeface="Rockwell"/>
                <a:cs typeface="Rockwell"/>
                <a:sym typeface="Rockwell"/>
              </a:rPr>
              <a:t>USA, Japan, and France has the highest electric values</a:t>
            </a:r>
            <a:endParaRPr b="0" i="0" sz="2800" u="none" cap="none" strike="noStrike">
              <a:solidFill>
                <a:srgbClr val="000000"/>
              </a:solidFill>
              <a:latin typeface="Rockwell"/>
              <a:ea typeface="Rockwell"/>
              <a:cs typeface="Rockwell"/>
              <a:sym typeface="Rockwell"/>
            </a:endParaRPr>
          </a:p>
        </p:txBody>
      </p:sp>
      <p:pic>
        <p:nvPicPr>
          <p:cNvPr id="197" name="Google Shape;197;p10"/>
          <p:cNvPicPr preferRelativeResize="0"/>
          <p:nvPr/>
        </p:nvPicPr>
        <p:blipFill rotWithShape="1">
          <a:blip r:embed="rId5">
            <a:alphaModFix/>
          </a:blip>
          <a:srcRect b="0" l="0" r="0" t="0"/>
          <a:stretch/>
        </p:blipFill>
        <p:spPr>
          <a:xfrm rot="10800000">
            <a:off x="960225" y="2048180"/>
            <a:ext cx="6382120" cy="6382120"/>
          </a:xfrm>
          <a:prstGeom prst="rect">
            <a:avLst/>
          </a:prstGeom>
          <a:noFill/>
          <a:ln>
            <a:noFill/>
          </a:ln>
        </p:spPr>
      </p:pic>
      <p:grpSp>
        <p:nvGrpSpPr>
          <p:cNvPr id="198" name="Google Shape;198;p10"/>
          <p:cNvGrpSpPr/>
          <p:nvPr/>
        </p:nvGrpSpPr>
        <p:grpSpPr>
          <a:xfrm>
            <a:off x="1598250" y="623725"/>
            <a:ext cx="12498672" cy="1544202"/>
            <a:chOff x="0" y="-38100"/>
            <a:chExt cx="2109623" cy="850800"/>
          </a:xfrm>
        </p:grpSpPr>
        <p:sp>
          <p:nvSpPr>
            <p:cNvPr id="199" name="Google Shape;199;p10"/>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00" name="Google Shape;200;p10"/>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01" name="Google Shape;201;p10"/>
          <p:cNvSpPr/>
          <p:nvPr/>
        </p:nvSpPr>
        <p:spPr>
          <a:xfrm>
            <a:off x="960213" y="831038"/>
            <a:ext cx="13136700" cy="666600"/>
          </a:xfrm>
          <a:prstGeom prst="rect">
            <a:avLst/>
          </a:prstGeom>
          <a:noFill/>
          <a:ln>
            <a:noFill/>
          </a:ln>
        </p:spPr>
        <p:txBody>
          <a:bodyPr anchorCtr="0" anchor="t" bIns="0" lIns="0" spcFirstLastPara="1" rIns="0" wrap="square" tIns="0">
            <a:noAutofit/>
          </a:bodyPr>
          <a:lstStyle/>
          <a:p>
            <a:pPr indent="0" lvl="0" marL="0" marR="0" rtl="0" algn="ctr">
              <a:lnSpc>
                <a:spcPct val="231250"/>
              </a:lnSpc>
              <a:spcBef>
                <a:spcPts val="0"/>
              </a:spcBef>
              <a:spcAft>
                <a:spcPts val="0"/>
              </a:spcAft>
              <a:buClr>
                <a:srgbClr val="000000"/>
              </a:buClr>
              <a:buSzPts val="3600"/>
              <a:buFont typeface="Arial"/>
              <a:buNone/>
            </a:pPr>
            <a:r>
              <a:rPr b="0" i="0" lang="en-US" sz="3600" u="none" cap="none" strike="noStrike">
                <a:solidFill>
                  <a:srgbClr val="000000"/>
                </a:solidFill>
                <a:latin typeface="Lato Black"/>
                <a:ea typeface="Lato Black"/>
                <a:cs typeface="Lato Black"/>
                <a:sym typeface="Lato Black"/>
              </a:rPr>
              <a:t>EDA Cont’d</a:t>
            </a:r>
            <a:endParaRPr b="0" i="0" sz="1800" u="none" cap="none" strike="noStrike">
              <a:solidFill>
                <a:srgbClr val="000000"/>
              </a:solidFill>
              <a:latin typeface="Lato Black"/>
              <a:ea typeface="Lato Black"/>
              <a:cs typeface="Lato Black"/>
              <a:sym typeface="Lato Black"/>
            </a:endParaRPr>
          </a:p>
        </p:txBody>
      </p:sp>
      <p:pic>
        <p:nvPicPr>
          <p:cNvPr id="202" name="Google Shape;202;p10"/>
          <p:cNvPicPr preferRelativeResize="0"/>
          <p:nvPr/>
        </p:nvPicPr>
        <p:blipFill rotWithShape="1">
          <a:blip r:embed="rId6">
            <a:alphaModFix/>
          </a:blip>
          <a:srcRect b="0" l="0" r="0" t="0"/>
          <a:stretch/>
        </p:blipFill>
        <p:spPr>
          <a:xfrm>
            <a:off x="7991325" y="1925325"/>
            <a:ext cx="9534674" cy="5928901"/>
          </a:xfrm>
          <a:prstGeom prst="rect">
            <a:avLst/>
          </a:prstGeom>
          <a:noFill/>
          <a:ln>
            <a:noFill/>
          </a:ln>
        </p:spPr>
      </p:pic>
      <p:sp>
        <p:nvSpPr>
          <p:cNvPr id="203" name="Google Shape;203;p10"/>
          <p:cNvSpPr txBox="1"/>
          <p:nvPr/>
        </p:nvSpPr>
        <p:spPr>
          <a:xfrm>
            <a:off x="8543450" y="7977075"/>
            <a:ext cx="8715600" cy="17238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2500"/>
              <a:buFont typeface="Arial"/>
              <a:buNone/>
            </a:pPr>
            <a:r>
              <a:rPr b="0" i="0" lang="en-US" sz="2500" u="none" cap="none" strike="noStrike">
                <a:solidFill>
                  <a:srgbClr val="000000"/>
                </a:solidFill>
                <a:latin typeface="Rockwell"/>
                <a:ea typeface="Rockwell"/>
                <a:cs typeface="Rockwell"/>
                <a:sym typeface="Rockwell"/>
              </a:rPr>
              <a:t>There is a strong correlation between the 'Value' variable and both 'electric_rural' and 'electric_urban'. Similarly, 'electric_rural' and 'electric_urban' also exhibit a high degree of correlation.</a:t>
            </a:r>
            <a:endParaRPr b="0" i="0" sz="2500" u="none" cap="none" strike="noStrike">
              <a:solidFill>
                <a:srgbClr val="000000"/>
              </a:solidFill>
              <a:latin typeface="Rockwell"/>
              <a:ea typeface="Rockwell"/>
              <a:cs typeface="Rockwell"/>
              <a:sym typeface="Rockwe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1"/>
          <p:cNvSpPr/>
          <p:nvPr/>
        </p:nvSpPr>
        <p:spPr>
          <a:xfrm>
            <a:off x="15308263" y="9520238"/>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09" name="Google Shape;209;p11"/>
          <p:cNvGrpSpPr/>
          <p:nvPr/>
        </p:nvGrpSpPr>
        <p:grpSpPr>
          <a:xfrm>
            <a:off x="2979738" y="542715"/>
            <a:ext cx="12328557" cy="3230658"/>
            <a:chOff x="0" y="-38100"/>
            <a:chExt cx="3247348" cy="850800"/>
          </a:xfrm>
        </p:grpSpPr>
        <p:sp>
          <p:nvSpPr>
            <p:cNvPr id="210" name="Google Shape;210;p11"/>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11" name="Google Shape;211;p11"/>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12" name="Google Shape;212;p11"/>
          <p:cNvSpPr/>
          <p:nvPr/>
        </p:nvSpPr>
        <p:spPr>
          <a:xfrm>
            <a:off x="2517775" y="904875"/>
            <a:ext cx="13252500" cy="11922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DATA PREPROCESSING</a:t>
            </a:r>
            <a:endParaRPr b="0" i="0" sz="1800" u="none" cap="none" strike="noStrike">
              <a:solidFill>
                <a:srgbClr val="000000"/>
              </a:solidFill>
              <a:latin typeface="Lato Black"/>
              <a:ea typeface="Lato Black"/>
              <a:cs typeface="Lato Black"/>
              <a:sym typeface="Lato Black"/>
            </a:endParaRPr>
          </a:p>
        </p:txBody>
      </p:sp>
      <p:pic>
        <p:nvPicPr>
          <p:cNvPr id="213" name="Google Shape;213;p11"/>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sp>
        <p:nvSpPr>
          <p:cNvPr id="214" name="Google Shape;214;p11"/>
          <p:cNvSpPr/>
          <p:nvPr/>
        </p:nvSpPr>
        <p:spPr>
          <a:xfrm>
            <a:off x="789475" y="2705100"/>
            <a:ext cx="16709100" cy="7087800"/>
          </a:xfrm>
          <a:prstGeom prst="rect">
            <a:avLst/>
          </a:prstGeom>
          <a:noFill/>
          <a:ln>
            <a:noFill/>
          </a:ln>
        </p:spPr>
        <p:txBody>
          <a:bodyPr anchorCtr="0" anchor="t" bIns="0" lIns="0" spcFirstLastPara="1" rIns="0" wrap="square" tIns="0">
            <a:noAutofit/>
          </a:bodyPr>
          <a:lstStyle/>
          <a:p>
            <a:pPr indent="-450850" lvl="0" marL="457200" marR="0" rtl="0" algn="l">
              <a:lnSpc>
                <a:spcPct val="150000"/>
              </a:lnSpc>
              <a:spcBef>
                <a:spcPts val="60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Data Transformation:</a:t>
            </a:r>
            <a:r>
              <a:rPr b="0" i="0" lang="en-US" sz="3500" u="none" cap="none" strike="noStrike">
                <a:solidFill>
                  <a:srgbClr val="212121"/>
                </a:solidFill>
                <a:highlight>
                  <a:srgbClr val="FFFFFF"/>
                </a:highlight>
                <a:latin typeface="Lato"/>
                <a:ea typeface="Lato"/>
                <a:cs typeface="Lato"/>
                <a:sym typeface="Lato"/>
              </a:rPr>
              <a:t> The "Value" variable underwent transformation using the qcut method, resulting in categorical classes: Low, Medium, and High. This transformation facilitates an intuitive understanding of the data's distribution, aiding subsequent analyses.</a:t>
            </a:r>
            <a:endParaRPr b="0" i="0" sz="3500" u="none" cap="none" strike="noStrike">
              <a:solidFill>
                <a:srgbClr val="212121"/>
              </a:solidFill>
              <a:highlight>
                <a:srgbClr val="FFFFFF"/>
              </a:highlight>
              <a:latin typeface="Lato"/>
              <a:ea typeface="Lato"/>
              <a:cs typeface="Lato"/>
              <a:sym typeface="Lato"/>
            </a:endParaRPr>
          </a:p>
          <a:p>
            <a:pPr indent="-450850" lvl="0" marL="457200" marR="0" rtl="0" algn="l">
              <a:lnSpc>
                <a:spcPct val="150000"/>
              </a:lnSpc>
              <a:spcBef>
                <a:spcPts val="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Data Splitting</a:t>
            </a:r>
            <a:r>
              <a:rPr b="0" i="0" lang="en-US" sz="3500" u="none" cap="none" strike="noStrike">
                <a:solidFill>
                  <a:srgbClr val="212121"/>
                </a:solidFill>
                <a:highlight>
                  <a:srgbClr val="FFFFFF"/>
                </a:highlight>
                <a:latin typeface="Lato"/>
                <a:ea typeface="Lato"/>
                <a:cs typeface="Lato"/>
                <a:sym typeface="Lato"/>
              </a:rPr>
              <a:t>: The dataset was divided into training and testing sets using the train-test split method. This separation ensures the evaluation of models on unseen data to gauge their generalization capabilities.</a:t>
            </a:r>
            <a:endParaRPr b="0" i="0" sz="3500" u="none" cap="none" strike="noStrike">
              <a:solidFill>
                <a:srgbClr val="212121"/>
              </a:solidFill>
              <a:highlight>
                <a:srgbClr val="FFFFFF"/>
              </a:highlight>
              <a:latin typeface="Lato"/>
              <a:ea typeface="Lato"/>
              <a:cs typeface="Lato"/>
              <a:sym typeface="Lato"/>
            </a:endParaRPr>
          </a:p>
          <a:p>
            <a:pPr indent="-450850" lvl="0" marL="457200" marR="0" rtl="0" algn="l">
              <a:lnSpc>
                <a:spcPct val="150000"/>
              </a:lnSpc>
              <a:spcBef>
                <a:spcPts val="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 Label Encoding</a:t>
            </a:r>
            <a:r>
              <a:rPr b="0" i="0" lang="en-US" sz="3500" u="none" cap="none" strike="noStrike">
                <a:solidFill>
                  <a:srgbClr val="212121"/>
                </a:solidFill>
                <a:highlight>
                  <a:srgbClr val="FFFFFF"/>
                </a:highlight>
                <a:latin typeface="Lato"/>
                <a:ea typeface="Lato"/>
                <a:cs typeface="Lato"/>
                <a:sym typeface="Lato"/>
              </a:rPr>
              <a:t>: Label encoding was applied to the categorical "Location" and “Value” column, converting them into numerical representations</a:t>
            </a:r>
            <a:endParaRPr b="0" i="0" sz="3500" u="none" cap="none" strike="noStrike">
              <a:solidFill>
                <a:srgbClr val="212121"/>
              </a:solidFill>
              <a:highlight>
                <a:srgbClr val="FFFFFF"/>
              </a:highlight>
              <a:latin typeface="Lato"/>
              <a:ea typeface="Lato"/>
              <a:cs typeface="Lato"/>
              <a:sym typeface="Lato"/>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12"/>
          <p:cNvSpPr/>
          <p:nvPr/>
        </p:nvSpPr>
        <p:spPr>
          <a:xfrm>
            <a:off x="15308263" y="9520238"/>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20" name="Google Shape;220;p12"/>
          <p:cNvGrpSpPr/>
          <p:nvPr/>
        </p:nvGrpSpPr>
        <p:grpSpPr>
          <a:xfrm>
            <a:off x="2979738" y="542715"/>
            <a:ext cx="12328557" cy="3230658"/>
            <a:chOff x="0" y="-38100"/>
            <a:chExt cx="3247348" cy="850800"/>
          </a:xfrm>
        </p:grpSpPr>
        <p:sp>
          <p:nvSpPr>
            <p:cNvPr id="221" name="Google Shape;221;p12"/>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22" name="Google Shape;222;p12"/>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23" name="Google Shape;223;p12"/>
          <p:cNvSpPr/>
          <p:nvPr/>
        </p:nvSpPr>
        <p:spPr>
          <a:xfrm>
            <a:off x="2517775" y="904875"/>
            <a:ext cx="13252500" cy="11922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DATA PREPROCESSING Cont’d</a:t>
            </a:r>
            <a:endParaRPr b="0" i="0" sz="1800" u="none" cap="none" strike="noStrike">
              <a:solidFill>
                <a:srgbClr val="000000"/>
              </a:solidFill>
              <a:latin typeface="Lato Black"/>
              <a:ea typeface="Lato Black"/>
              <a:cs typeface="Lato Black"/>
              <a:sym typeface="Lato Black"/>
            </a:endParaRPr>
          </a:p>
        </p:txBody>
      </p:sp>
      <p:pic>
        <p:nvPicPr>
          <p:cNvPr id="224" name="Google Shape;224;p12"/>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sp>
        <p:nvSpPr>
          <p:cNvPr id="225" name="Google Shape;225;p12"/>
          <p:cNvSpPr/>
          <p:nvPr/>
        </p:nvSpPr>
        <p:spPr>
          <a:xfrm>
            <a:off x="789475" y="2705100"/>
            <a:ext cx="16709100" cy="7087800"/>
          </a:xfrm>
          <a:prstGeom prst="rect">
            <a:avLst/>
          </a:prstGeom>
          <a:noFill/>
          <a:ln>
            <a:noFill/>
          </a:ln>
        </p:spPr>
        <p:txBody>
          <a:bodyPr anchorCtr="0" anchor="t" bIns="0" lIns="0" spcFirstLastPara="1" rIns="0" wrap="square" tIns="0">
            <a:noAutofit/>
          </a:bodyPr>
          <a:lstStyle/>
          <a:p>
            <a:pPr indent="-450850" lvl="0" marL="457200" marR="0" rtl="0" algn="l">
              <a:lnSpc>
                <a:spcPct val="150000"/>
              </a:lnSpc>
              <a:spcBef>
                <a:spcPts val="60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Handling Class Imbalance: </a:t>
            </a:r>
            <a:r>
              <a:rPr b="0" i="0" lang="en-US" sz="3500" u="none" cap="none" strike="noStrike">
                <a:solidFill>
                  <a:srgbClr val="212121"/>
                </a:solidFill>
                <a:highlight>
                  <a:srgbClr val="FFFFFF"/>
                </a:highlight>
                <a:latin typeface="Lato"/>
                <a:ea typeface="Lato"/>
                <a:cs typeface="Lato"/>
                <a:sym typeface="Lato"/>
              </a:rPr>
              <a:t>SMOTE (Synthetic Minority Over-sampling Technique) was employed to rectify class imbalance, enhancing model performance.</a:t>
            </a:r>
            <a:endParaRPr b="0" i="0" sz="3500" u="none" cap="none" strike="noStrike">
              <a:solidFill>
                <a:srgbClr val="212121"/>
              </a:solidFill>
              <a:highlight>
                <a:srgbClr val="FFFFFF"/>
              </a:highlight>
              <a:latin typeface="Lato"/>
              <a:ea typeface="Lato"/>
              <a:cs typeface="Lato"/>
              <a:sym typeface="Lato"/>
            </a:endParaRPr>
          </a:p>
          <a:p>
            <a:pPr indent="-450850" lvl="0" marL="457200" marR="0" rtl="0" algn="l">
              <a:lnSpc>
                <a:spcPct val="150000"/>
              </a:lnSpc>
              <a:spcBef>
                <a:spcPts val="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Feature Scaling:</a:t>
            </a:r>
            <a:r>
              <a:rPr b="0" i="0" lang="en-US" sz="3500" u="none" cap="none" strike="noStrike">
                <a:solidFill>
                  <a:srgbClr val="212121"/>
                </a:solidFill>
                <a:highlight>
                  <a:srgbClr val="FFFFFF"/>
                </a:highlight>
                <a:latin typeface="Lato"/>
                <a:ea typeface="Lato"/>
                <a:cs typeface="Lato"/>
                <a:sym typeface="Lato"/>
              </a:rPr>
              <a:t> StandardScaler was employed to standardize numerical features, resulting in a mean of 0 and a standard deviation of 1. </a:t>
            </a:r>
            <a:endParaRPr b="0" i="0" sz="3500" u="none" cap="none" strike="noStrike">
              <a:solidFill>
                <a:srgbClr val="212121"/>
              </a:solidFill>
              <a:highlight>
                <a:srgbClr val="FFFFFF"/>
              </a:highlight>
              <a:latin typeface="Lato"/>
              <a:ea typeface="Lato"/>
              <a:cs typeface="Lato"/>
              <a:sym typeface="Lato"/>
            </a:endParaRPr>
          </a:p>
        </p:txBody>
      </p:sp>
      <p:pic>
        <p:nvPicPr>
          <p:cNvPr id="226" name="Google Shape;226;p12"/>
          <p:cNvPicPr preferRelativeResize="0"/>
          <p:nvPr/>
        </p:nvPicPr>
        <p:blipFill rotWithShape="1">
          <a:blip r:embed="rId5">
            <a:alphaModFix/>
          </a:blip>
          <a:srcRect b="0" l="0" r="0" t="0"/>
          <a:stretch/>
        </p:blipFill>
        <p:spPr>
          <a:xfrm>
            <a:off x="4084725" y="5782799"/>
            <a:ext cx="5495925" cy="4283925"/>
          </a:xfrm>
          <a:prstGeom prst="rect">
            <a:avLst/>
          </a:prstGeom>
          <a:noFill/>
          <a:ln>
            <a:noFill/>
          </a:ln>
        </p:spPr>
      </p:pic>
      <p:sp>
        <p:nvSpPr>
          <p:cNvPr id="227" name="Google Shape;227;p12"/>
          <p:cNvSpPr txBox="1"/>
          <p:nvPr/>
        </p:nvSpPr>
        <p:spPr>
          <a:xfrm>
            <a:off x="9876250" y="7370663"/>
            <a:ext cx="2997000" cy="1108200"/>
          </a:xfrm>
          <a:prstGeom prst="rect">
            <a:avLst/>
          </a:prstGeom>
          <a:noFill/>
          <a:ln>
            <a:noFill/>
          </a:ln>
        </p:spPr>
        <p:txBody>
          <a:bodyPr anchorCtr="0" anchor="t" bIns="91425" lIns="91425" spcFirstLastPara="1" rIns="91425" wrap="square" tIns="91425">
            <a:spAutoFit/>
          </a:bodyPr>
          <a:lstStyle/>
          <a:p>
            <a:pPr indent="0" lvl="0" marL="0" marR="0" rtl="0" algn="just">
              <a:lnSpc>
                <a:spcPct val="100000"/>
              </a:lnSpc>
              <a:spcBef>
                <a:spcPts val="0"/>
              </a:spcBef>
              <a:spcAft>
                <a:spcPts val="0"/>
              </a:spcAft>
              <a:buClr>
                <a:srgbClr val="000000"/>
              </a:buClr>
              <a:buSzPts val="3000"/>
              <a:buFont typeface="Arial"/>
              <a:buNone/>
            </a:pPr>
            <a:r>
              <a:rPr b="0" i="0" lang="en-US" sz="3000" u="none" cap="none" strike="noStrike">
                <a:solidFill>
                  <a:srgbClr val="000000"/>
                </a:solidFill>
                <a:latin typeface="Lato"/>
                <a:ea typeface="Lato"/>
                <a:cs typeface="Lato"/>
                <a:sym typeface="Lato"/>
              </a:rPr>
              <a:t>Unbalanced target variable</a:t>
            </a:r>
            <a:endParaRPr b="0" i="0" sz="3000" u="none" cap="none" strike="noStrike">
              <a:solidFill>
                <a:srgbClr val="000000"/>
              </a:solidFill>
              <a:latin typeface="Lato"/>
              <a:ea typeface="Lato"/>
              <a:cs typeface="Lato"/>
              <a:sym typeface="Lato"/>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3"/>
          <p:cNvSpPr/>
          <p:nvPr/>
        </p:nvSpPr>
        <p:spPr>
          <a:xfrm>
            <a:off x="15308263" y="9520238"/>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33" name="Google Shape;233;p13"/>
          <p:cNvGrpSpPr/>
          <p:nvPr/>
        </p:nvGrpSpPr>
        <p:grpSpPr>
          <a:xfrm>
            <a:off x="2979738" y="542715"/>
            <a:ext cx="12328557" cy="3230658"/>
            <a:chOff x="0" y="-38100"/>
            <a:chExt cx="3247348" cy="850800"/>
          </a:xfrm>
        </p:grpSpPr>
        <p:sp>
          <p:nvSpPr>
            <p:cNvPr id="234" name="Google Shape;234;p13"/>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35" name="Google Shape;235;p13"/>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36" name="Google Shape;236;p13"/>
          <p:cNvSpPr/>
          <p:nvPr/>
        </p:nvSpPr>
        <p:spPr>
          <a:xfrm>
            <a:off x="2517775" y="904875"/>
            <a:ext cx="13252500" cy="11922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MODEL DEVELOPMENT</a:t>
            </a:r>
            <a:endParaRPr b="0" i="0" sz="1800" u="none" cap="none" strike="noStrike">
              <a:solidFill>
                <a:srgbClr val="000000"/>
              </a:solidFill>
              <a:latin typeface="Lato Black"/>
              <a:ea typeface="Lato Black"/>
              <a:cs typeface="Lato Black"/>
              <a:sym typeface="Lato Black"/>
            </a:endParaRPr>
          </a:p>
        </p:txBody>
      </p:sp>
      <p:pic>
        <p:nvPicPr>
          <p:cNvPr id="237" name="Google Shape;237;p13"/>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sp>
        <p:nvSpPr>
          <p:cNvPr id="238" name="Google Shape;238;p13"/>
          <p:cNvSpPr/>
          <p:nvPr/>
        </p:nvSpPr>
        <p:spPr>
          <a:xfrm>
            <a:off x="353575" y="2661050"/>
            <a:ext cx="17580900" cy="7087800"/>
          </a:xfrm>
          <a:prstGeom prst="rect">
            <a:avLst/>
          </a:prstGeom>
          <a:noFill/>
          <a:ln>
            <a:noFill/>
          </a:ln>
        </p:spPr>
        <p:txBody>
          <a:bodyPr anchorCtr="0" anchor="t" bIns="0" lIns="0" spcFirstLastPara="1" rIns="0" wrap="square" tIns="0">
            <a:noAutofit/>
          </a:bodyPr>
          <a:lstStyle/>
          <a:p>
            <a:pPr indent="-450850" lvl="0" marL="457200" marR="0" rtl="0" algn="l">
              <a:lnSpc>
                <a:spcPct val="150000"/>
              </a:lnSpc>
              <a:spcBef>
                <a:spcPts val="60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Baseline Accuracy: </a:t>
            </a:r>
            <a:r>
              <a:rPr b="0" i="0" lang="en-US" sz="3500" u="none" cap="none" strike="noStrike">
                <a:solidFill>
                  <a:srgbClr val="212121"/>
                </a:solidFill>
                <a:highlight>
                  <a:srgbClr val="FFFFFF"/>
                </a:highlight>
                <a:latin typeface="Lato"/>
                <a:ea typeface="Lato"/>
                <a:cs typeface="Lato"/>
                <a:sym typeface="Lato"/>
              </a:rPr>
              <a:t>The normalized maximum value count is computed to establish the baseline accuracy. The baseline accuracy is determined to be 0.5638, serving as a reference point for model performance evaluation.</a:t>
            </a:r>
            <a:endParaRPr b="0" i="0" sz="3500" u="none" cap="none" strike="noStrike">
              <a:solidFill>
                <a:srgbClr val="212121"/>
              </a:solidFill>
              <a:highlight>
                <a:srgbClr val="FFFFFF"/>
              </a:highlight>
              <a:latin typeface="Lato"/>
              <a:ea typeface="Lato"/>
              <a:cs typeface="Lato"/>
              <a:sym typeface="Lato"/>
            </a:endParaRPr>
          </a:p>
          <a:p>
            <a:pPr indent="-450850" lvl="0" marL="457200" marR="0" rtl="0" algn="l">
              <a:lnSpc>
                <a:spcPct val="150000"/>
              </a:lnSpc>
              <a:spcBef>
                <a:spcPts val="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Algorithm Comparison</a:t>
            </a:r>
            <a:r>
              <a:rPr b="0" i="0" lang="en-US" sz="3500" u="none" cap="none" strike="noStrike">
                <a:solidFill>
                  <a:srgbClr val="212121"/>
                </a:solidFill>
                <a:highlight>
                  <a:srgbClr val="FFFFFF"/>
                </a:highlight>
                <a:latin typeface="Lato"/>
                <a:ea typeface="Lato"/>
                <a:cs typeface="Lato"/>
                <a:sym typeface="Lato"/>
              </a:rPr>
              <a:t>:   Multiple classification algorithms were evaluated to gauge their performance. Notable models include Decision Tree Classifier (DTC), Random Forest Classifier (RFC), Gradient Boosting Classifier (GBC), and others. The algorithms were cross-validated, and their accuracy metrics are presented alongside mean and standard deviation values and a boxplot were plotted to provides a visual comparison of the accuracy results obtained from different algorithms</a:t>
            </a:r>
            <a:endParaRPr b="0" i="0" sz="3500" u="none" cap="none" strike="noStrike">
              <a:solidFill>
                <a:srgbClr val="212121"/>
              </a:solidFill>
              <a:highlight>
                <a:srgbClr val="FFFFFF"/>
              </a:highlight>
              <a:latin typeface="Lato"/>
              <a:ea typeface="Lato"/>
              <a:cs typeface="Lato"/>
              <a:sym typeface="Lato"/>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p14"/>
          <p:cNvSpPr/>
          <p:nvPr/>
        </p:nvSpPr>
        <p:spPr>
          <a:xfrm>
            <a:off x="15308263" y="9520238"/>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grpSp>
        <p:nvGrpSpPr>
          <p:cNvPr id="244" name="Google Shape;244;p14"/>
          <p:cNvGrpSpPr/>
          <p:nvPr/>
        </p:nvGrpSpPr>
        <p:grpSpPr>
          <a:xfrm>
            <a:off x="2979738" y="542715"/>
            <a:ext cx="12328557" cy="3230658"/>
            <a:chOff x="0" y="-38100"/>
            <a:chExt cx="3247348" cy="850800"/>
          </a:xfrm>
        </p:grpSpPr>
        <p:sp>
          <p:nvSpPr>
            <p:cNvPr id="245" name="Google Shape;245;p14"/>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46" name="Google Shape;246;p14"/>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47" name="Google Shape;247;p14"/>
          <p:cNvSpPr/>
          <p:nvPr/>
        </p:nvSpPr>
        <p:spPr>
          <a:xfrm>
            <a:off x="2517775" y="904875"/>
            <a:ext cx="13252500" cy="11922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MODEL DEVELOPMENT Cont’d</a:t>
            </a:r>
            <a:endParaRPr b="0" i="0" sz="1800" u="none" cap="none" strike="noStrike">
              <a:solidFill>
                <a:srgbClr val="000000"/>
              </a:solidFill>
              <a:latin typeface="Lato Black"/>
              <a:ea typeface="Lato Black"/>
              <a:cs typeface="Lato Black"/>
              <a:sym typeface="Lato Black"/>
            </a:endParaRPr>
          </a:p>
        </p:txBody>
      </p:sp>
      <p:pic>
        <p:nvPicPr>
          <p:cNvPr id="248" name="Google Shape;248;p14"/>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pic>
        <p:nvPicPr>
          <p:cNvPr id="249" name="Google Shape;249;p14"/>
          <p:cNvPicPr preferRelativeResize="0"/>
          <p:nvPr/>
        </p:nvPicPr>
        <p:blipFill rotWithShape="1">
          <a:blip r:embed="rId5">
            <a:alphaModFix/>
          </a:blip>
          <a:srcRect b="0" l="0" r="0" t="0"/>
          <a:stretch/>
        </p:blipFill>
        <p:spPr>
          <a:xfrm>
            <a:off x="9587100" y="2797213"/>
            <a:ext cx="8061229" cy="6021325"/>
          </a:xfrm>
          <a:prstGeom prst="rect">
            <a:avLst/>
          </a:prstGeom>
          <a:noFill/>
          <a:ln>
            <a:noFill/>
          </a:ln>
        </p:spPr>
      </p:pic>
      <p:sp>
        <p:nvSpPr>
          <p:cNvPr id="250" name="Google Shape;250;p14"/>
          <p:cNvSpPr txBox="1"/>
          <p:nvPr/>
        </p:nvSpPr>
        <p:spPr>
          <a:xfrm>
            <a:off x="3953550" y="9151950"/>
            <a:ext cx="9171000" cy="7233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600"/>
              </a:spcBef>
              <a:spcAft>
                <a:spcPts val="500"/>
              </a:spcAft>
              <a:buClr>
                <a:schemeClr val="dk1"/>
              </a:buClr>
              <a:buSzPts val="1100"/>
              <a:buFont typeface="Arial"/>
              <a:buNone/>
            </a:pPr>
            <a:r>
              <a:rPr b="1" i="0" lang="en-US" sz="3500" u="none" cap="none" strike="noStrike">
                <a:solidFill>
                  <a:srgbClr val="212121"/>
                </a:solidFill>
                <a:highlight>
                  <a:schemeClr val="lt1"/>
                </a:highlight>
                <a:latin typeface="Lato"/>
                <a:ea typeface="Lato"/>
                <a:cs typeface="Lato"/>
                <a:sym typeface="Lato"/>
              </a:rPr>
              <a:t>The Algorith Result Comparism with box plot</a:t>
            </a:r>
            <a:endParaRPr b="0" i="0" sz="3000" u="none" cap="none" strike="noStrike">
              <a:solidFill>
                <a:srgbClr val="000000"/>
              </a:solidFill>
              <a:latin typeface="Lato"/>
              <a:ea typeface="Lato"/>
              <a:cs typeface="Lato"/>
              <a:sym typeface="Lato"/>
            </a:endParaRPr>
          </a:p>
        </p:txBody>
      </p:sp>
      <p:pic>
        <p:nvPicPr>
          <p:cNvPr id="251" name="Google Shape;251;p14"/>
          <p:cNvPicPr preferRelativeResize="0"/>
          <p:nvPr/>
        </p:nvPicPr>
        <p:blipFill rotWithShape="1">
          <a:blip r:embed="rId6">
            <a:alphaModFix/>
          </a:blip>
          <a:srcRect b="0" l="0" r="0" t="0"/>
          <a:stretch/>
        </p:blipFill>
        <p:spPr>
          <a:xfrm>
            <a:off x="297700" y="4169700"/>
            <a:ext cx="8936575" cy="3037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15"/>
          <p:cNvSpPr/>
          <p:nvPr/>
        </p:nvSpPr>
        <p:spPr>
          <a:xfrm>
            <a:off x="15308263" y="9520238"/>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57" name="Google Shape;257;p15"/>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sp>
        <p:nvSpPr>
          <p:cNvPr id="258" name="Google Shape;258;p15"/>
          <p:cNvSpPr/>
          <p:nvPr/>
        </p:nvSpPr>
        <p:spPr>
          <a:xfrm>
            <a:off x="353575" y="2661050"/>
            <a:ext cx="17580900" cy="7087800"/>
          </a:xfrm>
          <a:prstGeom prst="rect">
            <a:avLst/>
          </a:prstGeom>
          <a:noFill/>
          <a:ln>
            <a:noFill/>
          </a:ln>
        </p:spPr>
        <p:txBody>
          <a:bodyPr anchorCtr="0" anchor="t" bIns="0" lIns="0" spcFirstLastPara="1" rIns="0" wrap="square" tIns="0">
            <a:noAutofit/>
          </a:bodyPr>
          <a:lstStyle/>
          <a:p>
            <a:pPr indent="-450850" lvl="0" marL="457200" marR="0" rtl="0" algn="l">
              <a:lnSpc>
                <a:spcPct val="150000"/>
              </a:lnSpc>
              <a:spcBef>
                <a:spcPts val="60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LGB Model Fitting: </a:t>
            </a:r>
            <a:r>
              <a:rPr b="0" i="0" lang="en-US" sz="3500" u="none" cap="none" strike="noStrike">
                <a:solidFill>
                  <a:srgbClr val="212121"/>
                </a:solidFill>
                <a:highlight>
                  <a:srgbClr val="FFFFFF"/>
                </a:highlight>
                <a:latin typeface="Lato"/>
                <a:ea typeface="Lato"/>
                <a:cs typeface="Lato"/>
                <a:sym typeface="Lato"/>
              </a:rPr>
              <a:t>LightGBM (LGB) classifier was chosen for detailed evaluation. The model was fitted to the scaled training data, and its performance was assessed on both training and test sets.</a:t>
            </a:r>
            <a:endParaRPr b="0" i="0" sz="3500" u="none" cap="none" strike="noStrike">
              <a:solidFill>
                <a:srgbClr val="212121"/>
              </a:solidFill>
              <a:highlight>
                <a:srgbClr val="FFFFFF"/>
              </a:highlight>
              <a:latin typeface="Lato"/>
              <a:ea typeface="Lato"/>
              <a:cs typeface="Lato"/>
              <a:sym typeface="Lato"/>
            </a:endParaRPr>
          </a:p>
          <a:p>
            <a:pPr indent="-450850" lvl="0" marL="457200" marR="0" rtl="0" algn="l">
              <a:lnSpc>
                <a:spcPct val="150000"/>
              </a:lnSpc>
              <a:spcBef>
                <a:spcPts val="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Model Evaluation</a:t>
            </a:r>
            <a:r>
              <a:rPr b="0" i="0" lang="en-US" sz="3500" u="none" cap="none" strike="noStrike">
                <a:solidFill>
                  <a:srgbClr val="212121"/>
                </a:solidFill>
                <a:highlight>
                  <a:srgbClr val="FFFFFF"/>
                </a:highlight>
                <a:latin typeface="Lato"/>
                <a:ea typeface="Lato"/>
                <a:cs typeface="Lato"/>
                <a:sym typeface="Lato"/>
              </a:rPr>
              <a:t>: The trained LGB model's accuracy was evaluated on both the training and test datasets. The training accuracy is 1.0, indicative of a well-fitted model. The test accuracy is 0.994, signifying strong generalization.</a:t>
            </a:r>
            <a:endParaRPr b="0" i="0" sz="3500" u="none" cap="none" strike="noStrike">
              <a:solidFill>
                <a:srgbClr val="212121"/>
              </a:solidFill>
              <a:highlight>
                <a:srgbClr val="FFFFFF"/>
              </a:highlight>
              <a:latin typeface="Lato"/>
              <a:ea typeface="Lato"/>
              <a:cs typeface="Lato"/>
              <a:sym typeface="Lato"/>
            </a:endParaRPr>
          </a:p>
          <a:p>
            <a:pPr indent="-450850" lvl="0" marL="457200" marR="0" rtl="0" algn="l">
              <a:lnSpc>
                <a:spcPct val="150000"/>
              </a:lnSpc>
              <a:spcBef>
                <a:spcPts val="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Confusion Matrix: </a:t>
            </a:r>
            <a:endParaRPr b="1" i="0" sz="3500" u="none" cap="none" strike="noStrike">
              <a:solidFill>
                <a:srgbClr val="212121"/>
              </a:solidFill>
              <a:highlight>
                <a:srgbClr val="FFFFFF"/>
              </a:highlight>
              <a:latin typeface="Lato"/>
              <a:ea typeface="Lato"/>
              <a:cs typeface="Lato"/>
              <a:sym typeface="Lato"/>
            </a:endParaRPr>
          </a:p>
          <a:p>
            <a:pPr indent="-450850" lvl="0" marL="457200" marR="0" rtl="0" algn="l">
              <a:lnSpc>
                <a:spcPct val="150000"/>
              </a:lnSpc>
              <a:spcBef>
                <a:spcPts val="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Classification Report:</a:t>
            </a:r>
            <a:endParaRPr b="1" i="0" sz="3500" u="none" cap="none" strike="noStrike">
              <a:solidFill>
                <a:srgbClr val="212121"/>
              </a:solidFill>
              <a:highlight>
                <a:srgbClr val="FFFFFF"/>
              </a:highlight>
              <a:latin typeface="Lato"/>
              <a:ea typeface="Lato"/>
              <a:cs typeface="Lato"/>
              <a:sym typeface="Lato"/>
            </a:endParaRPr>
          </a:p>
          <a:p>
            <a:pPr indent="-450850" lvl="0" marL="457200" marR="0" rtl="0" algn="l">
              <a:lnSpc>
                <a:spcPct val="150000"/>
              </a:lnSpc>
              <a:spcBef>
                <a:spcPts val="0"/>
              </a:spcBef>
              <a:spcAft>
                <a:spcPts val="0"/>
              </a:spcAft>
              <a:buClr>
                <a:srgbClr val="212121"/>
              </a:buClr>
              <a:buSzPts val="3500"/>
              <a:buFont typeface="Lato"/>
              <a:buChar char="●"/>
            </a:pPr>
            <a:r>
              <a:rPr b="1" i="0" lang="en-US" sz="3500" u="none" cap="none" strike="noStrike">
                <a:solidFill>
                  <a:srgbClr val="212121"/>
                </a:solidFill>
                <a:highlight>
                  <a:srgbClr val="FFFFFF"/>
                </a:highlight>
                <a:latin typeface="Lato"/>
                <a:ea typeface="Lato"/>
                <a:cs typeface="Lato"/>
                <a:sym typeface="Lato"/>
              </a:rPr>
              <a:t>Feature Importance:</a:t>
            </a:r>
            <a:endParaRPr b="1" i="0" sz="3500" u="none" cap="none" strike="noStrike">
              <a:solidFill>
                <a:srgbClr val="212121"/>
              </a:solidFill>
              <a:highlight>
                <a:srgbClr val="FFFFFF"/>
              </a:highlight>
              <a:latin typeface="Lato"/>
              <a:ea typeface="Lato"/>
              <a:cs typeface="Lato"/>
              <a:sym typeface="Lato"/>
            </a:endParaRPr>
          </a:p>
        </p:txBody>
      </p:sp>
      <p:grpSp>
        <p:nvGrpSpPr>
          <p:cNvPr id="259" name="Google Shape;259;p15"/>
          <p:cNvGrpSpPr/>
          <p:nvPr/>
        </p:nvGrpSpPr>
        <p:grpSpPr>
          <a:xfrm>
            <a:off x="2979738" y="542715"/>
            <a:ext cx="12328557" cy="3230658"/>
            <a:chOff x="0" y="-38100"/>
            <a:chExt cx="3247348" cy="850800"/>
          </a:xfrm>
        </p:grpSpPr>
        <p:sp>
          <p:nvSpPr>
            <p:cNvPr id="260" name="Google Shape;260;p15"/>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61" name="Google Shape;261;p15"/>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62" name="Google Shape;262;p15"/>
          <p:cNvSpPr/>
          <p:nvPr/>
        </p:nvSpPr>
        <p:spPr>
          <a:xfrm>
            <a:off x="2517775" y="904875"/>
            <a:ext cx="13252500" cy="11922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MODEL DEVELOPMENT Cont’d</a:t>
            </a:r>
            <a:endParaRPr b="0" i="0" sz="1800" u="none" cap="none" strike="noStrike">
              <a:solidFill>
                <a:srgbClr val="000000"/>
              </a:solidFill>
              <a:latin typeface="Lato Black"/>
              <a:ea typeface="Lato Black"/>
              <a:cs typeface="Lato Black"/>
              <a:sym typeface="Lato Black"/>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16"/>
          <p:cNvSpPr/>
          <p:nvPr/>
        </p:nvSpPr>
        <p:spPr>
          <a:xfrm>
            <a:off x="15308263" y="9520238"/>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68" name="Google Shape;268;p16"/>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grpSp>
        <p:nvGrpSpPr>
          <p:cNvPr id="269" name="Google Shape;269;p16"/>
          <p:cNvGrpSpPr/>
          <p:nvPr/>
        </p:nvGrpSpPr>
        <p:grpSpPr>
          <a:xfrm>
            <a:off x="2979750" y="542724"/>
            <a:ext cx="12328557" cy="2276060"/>
            <a:chOff x="0" y="-38100"/>
            <a:chExt cx="3247348" cy="850800"/>
          </a:xfrm>
        </p:grpSpPr>
        <p:sp>
          <p:nvSpPr>
            <p:cNvPr id="270" name="Google Shape;270;p16"/>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71" name="Google Shape;271;p16"/>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72" name="Google Shape;272;p16"/>
          <p:cNvSpPr/>
          <p:nvPr/>
        </p:nvSpPr>
        <p:spPr>
          <a:xfrm>
            <a:off x="2517775" y="752475"/>
            <a:ext cx="13252500" cy="11922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MODEL DEVELOPMENT Cont’d</a:t>
            </a:r>
            <a:endParaRPr b="0" i="0" sz="1800" u="none" cap="none" strike="noStrike">
              <a:solidFill>
                <a:srgbClr val="000000"/>
              </a:solidFill>
              <a:latin typeface="Lato Black"/>
              <a:ea typeface="Lato Black"/>
              <a:cs typeface="Lato Black"/>
              <a:sym typeface="Lato Black"/>
            </a:endParaRPr>
          </a:p>
        </p:txBody>
      </p:sp>
      <p:pic>
        <p:nvPicPr>
          <p:cNvPr id="273" name="Google Shape;273;p16"/>
          <p:cNvPicPr preferRelativeResize="0"/>
          <p:nvPr/>
        </p:nvPicPr>
        <p:blipFill rotWithShape="1">
          <a:blip r:embed="rId5">
            <a:alphaModFix/>
          </a:blip>
          <a:srcRect b="0" l="0" r="0" t="0"/>
          <a:stretch/>
        </p:blipFill>
        <p:spPr>
          <a:xfrm>
            <a:off x="617350" y="2197075"/>
            <a:ext cx="7926101" cy="5897300"/>
          </a:xfrm>
          <a:prstGeom prst="rect">
            <a:avLst/>
          </a:prstGeom>
          <a:noFill/>
          <a:ln>
            <a:noFill/>
          </a:ln>
        </p:spPr>
      </p:pic>
      <p:sp>
        <p:nvSpPr>
          <p:cNvPr id="274" name="Google Shape;274;p16"/>
          <p:cNvSpPr/>
          <p:nvPr/>
        </p:nvSpPr>
        <p:spPr>
          <a:xfrm>
            <a:off x="515850" y="8194725"/>
            <a:ext cx="9102900" cy="1851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600"/>
              </a:spcBef>
              <a:spcAft>
                <a:spcPts val="500"/>
              </a:spcAft>
              <a:buClr>
                <a:srgbClr val="000000"/>
              </a:buClr>
              <a:buSzPts val="2800"/>
              <a:buFont typeface="Arial"/>
              <a:buNone/>
            </a:pPr>
            <a:r>
              <a:rPr b="1" i="0" lang="en-US" sz="2800" u="none" cap="none" strike="noStrike">
                <a:solidFill>
                  <a:srgbClr val="212121"/>
                </a:solidFill>
                <a:highlight>
                  <a:srgbClr val="FFFFFF"/>
                </a:highlight>
                <a:latin typeface="Lato"/>
                <a:ea typeface="Lato"/>
                <a:cs typeface="Lato"/>
                <a:sym typeface="Lato"/>
              </a:rPr>
              <a:t> The confusion matrix visually presents the model's performance across different classes. Each entry in the matrix represents the count of true positive, true negative, false positive, and false negative instances.</a:t>
            </a:r>
            <a:endParaRPr b="0" i="0" sz="2800" u="none" cap="none" strike="noStrike">
              <a:solidFill>
                <a:srgbClr val="212121"/>
              </a:solidFill>
              <a:highlight>
                <a:srgbClr val="FFFFFF"/>
              </a:highlight>
              <a:latin typeface="Lato"/>
              <a:ea typeface="Lato"/>
              <a:cs typeface="Lato"/>
              <a:sym typeface="Lato"/>
            </a:endParaRPr>
          </a:p>
        </p:txBody>
      </p:sp>
      <p:sp>
        <p:nvSpPr>
          <p:cNvPr id="275" name="Google Shape;275;p16"/>
          <p:cNvSpPr/>
          <p:nvPr/>
        </p:nvSpPr>
        <p:spPr>
          <a:xfrm>
            <a:off x="9627550" y="2544800"/>
            <a:ext cx="8112300" cy="57960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600"/>
              </a:spcBef>
              <a:spcAft>
                <a:spcPts val="0"/>
              </a:spcAft>
              <a:buClr>
                <a:schemeClr val="dk1"/>
              </a:buClr>
              <a:buSzPts val="1100"/>
              <a:buFont typeface="Arial"/>
              <a:buNone/>
            </a:pPr>
            <a:r>
              <a:rPr b="0" i="0" lang="en-US" sz="2600" u="none" cap="none" strike="noStrike">
                <a:solidFill>
                  <a:srgbClr val="343541"/>
                </a:solidFill>
                <a:latin typeface="Lato Black"/>
                <a:ea typeface="Lato Black"/>
                <a:cs typeface="Lato Black"/>
                <a:sym typeface="Lato Black"/>
              </a:rPr>
              <a:t>  				precision	recall 		f1-score		support</a:t>
            </a:r>
            <a:endParaRPr b="0" i="0" sz="2600" u="none" cap="none" strike="noStrike">
              <a:solidFill>
                <a:srgbClr val="343541"/>
              </a:solidFill>
              <a:latin typeface="Lato Black"/>
              <a:ea typeface="Lato Black"/>
              <a:cs typeface="Lato Black"/>
              <a:sym typeface="Lato Black"/>
            </a:endParaRPr>
          </a:p>
          <a:p>
            <a:pPr indent="0" lvl="0" marL="0" marR="0" rtl="0" algn="l">
              <a:lnSpc>
                <a:spcPct val="150000"/>
              </a:lnSpc>
              <a:spcBef>
                <a:spcPts val="600"/>
              </a:spcBef>
              <a:spcAft>
                <a:spcPts val="0"/>
              </a:spcAft>
              <a:buClr>
                <a:schemeClr val="dk1"/>
              </a:buClr>
              <a:buSzPts val="1100"/>
              <a:buFont typeface="Arial"/>
              <a:buNone/>
            </a:pPr>
            <a:r>
              <a:rPr b="0" i="0" lang="en-US" sz="2600" u="none" cap="none" strike="noStrike">
                <a:solidFill>
                  <a:srgbClr val="343541"/>
                </a:solidFill>
                <a:latin typeface="Lato Black"/>
                <a:ea typeface="Lato Black"/>
                <a:cs typeface="Lato Black"/>
                <a:sym typeface="Lato Black"/>
              </a:rPr>
              <a:t>           0       			1.00      	0.98      	0.99			89</a:t>
            </a:r>
            <a:endParaRPr b="0" i="0" sz="2600" u="none" cap="none" strike="noStrike">
              <a:solidFill>
                <a:srgbClr val="343541"/>
              </a:solidFill>
              <a:latin typeface="Lato Black"/>
              <a:ea typeface="Lato Black"/>
              <a:cs typeface="Lato Black"/>
              <a:sym typeface="Lato Black"/>
            </a:endParaRPr>
          </a:p>
          <a:p>
            <a:pPr indent="0" lvl="0" marL="0" marR="0" rtl="0" algn="l">
              <a:lnSpc>
                <a:spcPct val="150000"/>
              </a:lnSpc>
              <a:spcBef>
                <a:spcPts val="600"/>
              </a:spcBef>
              <a:spcAft>
                <a:spcPts val="0"/>
              </a:spcAft>
              <a:buClr>
                <a:schemeClr val="dk1"/>
              </a:buClr>
              <a:buSzPts val="1100"/>
              <a:buFont typeface="Arial"/>
              <a:buNone/>
            </a:pPr>
            <a:r>
              <a:rPr b="0" i="0" lang="en-US" sz="2600" u="none" cap="none" strike="noStrike">
                <a:solidFill>
                  <a:srgbClr val="343541"/>
                </a:solidFill>
                <a:latin typeface="Lato Black"/>
                <a:ea typeface="Lato Black"/>
                <a:cs typeface="Lato Black"/>
                <a:sym typeface="Lato Black"/>
              </a:rPr>
              <a:t>           1     			 0.99      	1.00      	0.99      		 287</a:t>
            </a:r>
            <a:endParaRPr b="0" i="0" sz="2600" u="none" cap="none" strike="noStrike">
              <a:solidFill>
                <a:srgbClr val="343541"/>
              </a:solidFill>
              <a:latin typeface="Lato Black"/>
              <a:ea typeface="Lato Black"/>
              <a:cs typeface="Lato Black"/>
              <a:sym typeface="Lato Black"/>
            </a:endParaRPr>
          </a:p>
          <a:p>
            <a:pPr indent="0" lvl="0" marL="0" marR="0" rtl="0" algn="l">
              <a:lnSpc>
                <a:spcPct val="150000"/>
              </a:lnSpc>
              <a:spcBef>
                <a:spcPts val="600"/>
              </a:spcBef>
              <a:spcAft>
                <a:spcPts val="0"/>
              </a:spcAft>
              <a:buClr>
                <a:srgbClr val="000000"/>
              </a:buClr>
              <a:buSzPts val="2600"/>
              <a:buFont typeface="Arial"/>
              <a:buNone/>
            </a:pPr>
            <a:r>
              <a:rPr b="0" i="0" lang="en-US" sz="2600" u="none" cap="none" strike="noStrike">
                <a:solidFill>
                  <a:srgbClr val="343541"/>
                </a:solidFill>
                <a:latin typeface="Lato Black"/>
                <a:ea typeface="Lato Black"/>
                <a:cs typeface="Lato Black"/>
                <a:sym typeface="Lato Black"/>
              </a:rPr>
              <a:t>           2      			 0.99      	1.00      	0.99      		 486</a:t>
            </a:r>
            <a:endParaRPr b="0" i="0" sz="2600" u="none" cap="none" strike="noStrike">
              <a:solidFill>
                <a:srgbClr val="343541"/>
              </a:solidFill>
              <a:latin typeface="Lato Black"/>
              <a:ea typeface="Lato Black"/>
              <a:cs typeface="Lato Black"/>
              <a:sym typeface="Lato Black"/>
            </a:endParaRPr>
          </a:p>
          <a:p>
            <a:pPr indent="0" lvl="0" marL="0" marR="0" rtl="0" algn="l">
              <a:lnSpc>
                <a:spcPct val="150000"/>
              </a:lnSpc>
              <a:spcBef>
                <a:spcPts val="600"/>
              </a:spcBef>
              <a:spcAft>
                <a:spcPts val="0"/>
              </a:spcAft>
              <a:buClr>
                <a:schemeClr val="dk1"/>
              </a:buClr>
              <a:buSzPts val="1100"/>
              <a:buFont typeface="Arial"/>
              <a:buNone/>
            </a:pPr>
            <a:r>
              <a:t/>
            </a:r>
            <a:endParaRPr b="0" i="0" sz="2600" u="none" cap="none" strike="noStrike">
              <a:solidFill>
                <a:srgbClr val="343541"/>
              </a:solidFill>
              <a:latin typeface="Lato Black"/>
              <a:ea typeface="Lato Black"/>
              <a:cs typeface="Lato Black"/>
              <a:sym typeface="Lato Black"/>
            </a:endParaRPr>
          </a:p>
          <a:p>
            <a:pPr indent="0" lvl="0" marL="0" marR="0" rtl="0" algn="l">
              <a:lnSpc>
                <a:spcPct val="150000"/>
              </a:lnSpc>
              <a:spcBef>
                <a:spcPts val="600"/>
              </a:spcBef>
              <a:spcAft>
                <a:spcPts val="0"/>
              </a:spcAft>
              <a:buClr>
                <a:schemeClr val="dk1"/>
              </a:buClr>
              <a:buSzPts val="1100"/>
              <a:buFont typeface="Arial"/>
              <a:buNone/>
            </a:pPr>
            <a:r>
              <a:rPr b="0" i="0" lang="en-US" sz="2600" u="none" cap="none" strike="noStrike">
                <a:solidFill>
                  <a:srgbClr val="343541"/>
                </a:solidFill>
                <a:latin typeface="Lato Black"/>
                <a:ea typeface="Lato Black"/>
                <a:cs typeface="Lato Black"/>
                <a:sym typeface="Lato Black"/>
              </a:rPr>
              <a:t>    accuracy                           				0.99      		862</a:t>
            </a:r>
            <a:endParaRPr b="0" i="0" sz="2600" u="none" cap="none" strike="noStrike">
              <a:solidFill>
                <a:srgbClr val="343541"/>
              </a:solidFill>
              <a:latin typeface="Lato Black"/>
              <a:ea typeface="Lato Black"/>
              <a:cs typeface="Lato Black"/>
              <a:sym typeface="Lato Black"/>
            </a:endParaRPr>
          </a:p>
          <a:p>
            <a:pPr indent="0" lvl="0" marL="0" marR="0" rtl="0" algn="l">
              <a:lnSpc>
                <a:spcPct val="150000"/>
              </a:lnSpc>
              <a:spcBef>
                <a:spcPts val="600"/>
              </a:spcBef>
              <a:spcAft>
                <a:spcPts val="0"/>
              </a:spcAft>
              <a:buClr>
                <a:schemeClr val="dk1"/>
              </a:buClr>
              <a:buSzPts val="1100"/>
              <a:buFont typeface="Arial"/>
              <a:buNone/>
            </a:pPr>
            <a:r>
              <a:rPr b="0" i="0" lang="en-US" sz="2600" u="none" cap="none" strike="noStrike">
                <a:solidFill>
                  <a:srgbClr val="343541"/>
                </a:solidFill>
                <a:latin typeface="Lato Black"/>
                <a:ea typeface="Lato Black"/>
                <a:cs typeface="Lato Black"/>
                <a:sym typeface="Lato Black"/>
              </a:rPr>
              <a:t>   macro avg      	1.00 		0.99      	0.99       		862</a:t>
            </a:r>
            <a:endParaRPr b="0" i="0" sz="2600" u="none" cap="none" strike="noStrike">
              <a:solidFill>
                <a:srgbClr val="343541"/>
              </a:solidFill>
              <a:latin typeface="Lato Black"/>
              <a:ea typeface="Lato Black"/>
              <a:cs typeface="Lato Black"/>
              <a:sym typeface="Lato Black"/>
            </a:endParaRPr>
          </a:p>
          <a:p>
            <a:pPr indent="0" lvl="0" marL="0" marR="0" rtl="0" algn="l">
              <a:lnSpc>
                <a:spcPct val="150000"/>
              </a:lnSpc>
              <a:spcBef>
                <a:spcPts val="600"/>
              </a:spcBef>
              <a:spcAft>
                <a:spcPts val="0"/>
              </a:spcAft>
              <a:buClr>
                <a:schemeClr val="dk1"/>
              </a:buClr>
              <a:buSzPts val="1100"/>
              <a:buFont typeface="Arial"/>
              <a:buNone/>
            </a:pPr>
            <a:r>
              <a:rPr b="0" i="0" lang="en-US" sz="2600" u="none" cap="none" strike="noStrike">
                <a:solidFill>
                  <a:srgbClr val="343541"/>
                </a:solidFill>
                <a:latin typeface="Lato Black"/>
                <a:ea typeface="Lato Black"/>
                <a:cs typeface="Lato Black"/>
                <a:sym typeface="Lato Black"/>
              </a:rPr>
              <a:t>weighted avg	 0.99      	0.99      	0.99       		862</a:t>
            </a:r>
            <a:endParaRPr b="0" i="0" sz="2600" u="none" cap="none" strike="noStrike">
              <a:solidFill>
                <a:srgbClr val="343541"/>
              </a:solidFill>
              <a:latin typeface="Lato Black"/>
              <a:ea typeface="Lato Black"/>
              <a:cs typeface="Lato Black"/>
              <a:sym typeface="Lato Black"/>
            </a:endParaRPr>
          </a:p>
          <a:p>
            <a:pPr indent="0" lvl="0" marL="0" marR="0" rtl="0" algn="l">
              <a:lnSpc>
                <a:spcPct val="150000"/>
              </a:lnSpc>
              <a:spcBef>
                <a:spcPts val="600"/>
              </a:spcBef>
              <a:spcAft>
                <a:spcPts val="500"/>
              </a:spcAft>
              <a:buClr>
                <a:srgbClr val="000000"/>
              </a:buClr>
              <a:buSzPts val="2600"/>
              <a:buFont typeface="Arial"/>
              <a:buNone/>
            </a:pPr>
            <a:r>
              <a:t/>
            </a:r>
            <a:endParaRPr b="0" i="0" sz="2600" u="none" cap="none" strike="noStrike">
              <a:solidFill>
                <a:srgbClr val="343541"/>
              </a:solidFill>
              <a:latin typeface="Lato Black"/>
              <a:ea typeface="Lato Black"/>
              <a:cs typeface="Lato Black"/>
              <a:sym typeface="Lato Black"/>
            </a:endParaRPr>
          </a:p>
        </p:txBody>
      </p:sp>
      <p:sp>
        <p:nvSpPr>
          <p:cNvPr id="276" name="Google Shape;276;p16"/>
          <p:cNvSpPr/>
          <p:nvPr/>
        </p:nvSpPr>
        <p:spPr>
          <a:xfrm>
            <a:off x="10257950" y="8475375"/>
            <a:ext cx="6102600" cy="1192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600"/>
              </a:spcBef>
              <a:spcAft>
                <a:spcPts val="500"/>
              </a:spcAft>
              <a:buClr>
                <a:srgbClr val="000000"/>
              </a:buClr>
              <a:buSzPts val="5000"/>
              <a:buFont typeface="Arial"/>
              <a:buNone/>
            </a:pPr>
            <a:r>
              <a:rPr b="1" i="0" lang="en-US" sz="5000" u="none" cap="none" strike="noStrike">
                <a:solidFill>
                  <a:srgbClr val="212121"/>
                </a:solidFill>
                <a:highlight>
                  <a:srgbClr val="FFFFFF"/>
                </a:highlight>
                <a:latin typeface="Lato"/>
                <a:ea typeface="Lato"/>
                <a:cs typeface="Lato"/>
                <a:sym typeface="Lato"/>
              </a:rPr>
              <a:t>Classification Report </a:t>
            </a:r>
            <a:endParaRPr b="0" i="0" sz="5000" u="none" cap="none" strike="noStrike">
              <a:solidFill>
                <a:srgbClr val="212121"/>
              </a:solidFill>
              <a:highlight>
                <a:srgbClr val="FFFFFF"/>
              </a:highlight>
              <a:latin typeface="Lato"/>
              <a:ea typeface="Lato"/>
              <a:cs typeface="Lato"/>
              <a:sym typeface="Lato"/>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17"/>
          <p:cNvSpPr/>
          <p:nvPr/>
        </p:nvSpPr>
        <p:spPr>
          <a:xfrm>
            <a:off x="15308263" y="9520238"/>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82" name="Google Shape;282;p17"/>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grpSp>
        <p:nvGrpSpPr>
          <p:cNvPr id="283" name="Google Shape;283;p17"/>
          <p:cNvGrpSpPr/>
          <p:nvPr/>
        </p:nvGrpSpPr>
        <p:grpSpPr>
          <a:xfrm>
            <a:off x="2979738" y="542715"/>
            <a:ext cx="12328557" cy="3230658"/>
            <a:chOff x="0" y="-38100"/>
            <a:chExt cx="3247348" cy="850800"/>
          </a:xfrm>
        </p:grpSpPr>
        <p:sp>
          <p:nvSpPr>
            <p:cNvPr id="284" name="Google Shape;284;p17"/>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85" name="Google Shape;285;p17"/>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86" name="Google Shape;286;p17"/>
          <p:cNvSpPr/>
          <p:nvPr/>
        </p:nvSpPr>
        <p:spPr>
          <a:xfrm>
            <a:off x="2517775" y="904875"/>
            <a:ext cx="13252500" cy="11922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MODEL DEVELOPMENT Cont’d</a:t>
            </a:r>
            <a:endParaRPr b="0" i="0" sz="1800" u="none" cap="none" strike="noStrike">
              <a:solidFill>
                <a:srgbClr val="000000"/>
              </a:solidFill>
              <a:latin typeface="Lato Black"/>
              <a:ea typeface="Lato Black"/>
              <a:cs typeface="Lato Black"/>
              <a:sym typeface="Lato Black"/>
            </a:endParaRPr>
          </a:p>
        </p:txBody>
      </p:sp>
      <p:sp>
        <p:nvSpPr>
          <p:cNvPr id="287" name="Google Shape;287;p17"/>
          <p:cNvSpPr/>
          <p:nvPr/>
        </p:nvSpPr>
        <p:spPr>
          <a:xfrm>
            <a:off x="11071600" y="5736075"/>
            <a:ext cx="6114300" cy="831300"/>
          </a:xfrm>
          <a:prstGeom prst="rect">
            <a:avLst/>
          </a:prstGeom>
          <a:noFill/>
          <a:ln>
            <a:noFill/>
          </a:ln>
        </p:spPr>
        <p:txBody>
          <a:bodyPr anchorCtr="0" anchor="t" bIns="0" lIns="0" spcFirstLastPara="1" rIns="0" wrap="square" tIns="0">
            <a:noAutofit/>
          </a:bodyPr>
          <a:lstStyle/>
          <a:p>
            <a:pPr indent="0" lvl="0" marL="0" marR="0" rtl="0" algn="l">
              <a:lnSpc>
                <a:spcPct val="150000"/>
              </a:lnSpc>
              <a:spcBef>
                <a:spcPts val="600"/>
              </a:spcBef>
              <a:spcAft>
                <a:spcPts val="500"/>
              </a:spcAft>
              <a:buClr>
                <a:srgbClr val="000000"/>
              </a:buClr>
              <a:buSzPts val="3500"/>
              <a:buFont typeface="Arial"/>
              <a:buNone/>
            </a:pPr>
            <a:r>
              <a:rPr b="1" i="0" lang="en-US" sz="3500" u="none" cap="none" strike="noStrike">
                <a:solidFill>
                  <a:srgbClr val="212121"/>
                </a:solidFill>
                <a:highlight>
                  <a:srgbClr val="FFFFFF"/>
                </a:highlight>
                <a:latin typeface="Lato"/>
                <a:ea typeface="Lato"/>
                <a:cs typeface="Lato"/>
                <a:sym typeface="Lato"/>
              </a:rPr>
              <a:t>Feature Importance</a:t>
            </a:r>
            <a:endParaRPr b="0" i="0" sz="3500" u="none" cap="none" strike="noStrike">
              <a:solidFill>
                <a:srgbClr val="212121"/>
              </a:solidFill>
              <a:highlight>
                <a:srgbClr val="FFFFFF"/>
              </a:highlight>
              <a:latin typeface="Lato"/>
              <a:ea typeface="Lato"/>
              <a:cs typeface="Lato"/>
              <a:sym typeface="Lato"/>
            </a:endParaRPr>
          </a:p>
        </p:txBody>
      </p:sp>
      <p:pic>
        <p:nvPicPr>
          <p:cNvPr id="288" name="Google Shape;288;p17"/>
          <p:cNvPicPr preferRelativeResize="0"/>
          <p:nvPr/>
        </p:nvPicPr>
        <p:blipFill rotWithShape="1">
          <a:blip r:embed="rId5">
            <a:alphaModFix/>
          </a:blip>
          <a:srcRect b="0" l="0" r="0" t="0"/>
          <a:stretch/>
        </p:blipFill>
        <p:spPr>
          <a:xfrm>
            <a:off x="374800" y="2850600"/>
            <a:ext cx="10144675" cy="71929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18"/>
          <p:cNvSpPr/>
          <p:nvPr/>
        </p:nvSpPr>
        <p:spPr>
          <a:xfrm>
            <a:off x="15308263" y="9520238"/>
            <a:ext cx="4927677" cy="1532060"/>
          </a:xfrm>
          <a:custGeom>
            <a:rect b="b" l="l" r="r" t="t"/>
            <a:pathLst>
              <a:path extrusionOk="0" h="1532060" w="4927677">
                <a:moveTo>
                  <a:pt x="0" y="0"/>
                </a:moveTo>
                <a:lnTo>
                  <a:pt x="4927677" y="0"/>
                </a:lnTo>
                <a:lnTo>
                  <a:pt x="4927677" y="1532060"/>
                </a:lnTo>
                <a:lnTo>
                  <a:pt x="0" y="1532060"/>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pic>
        <p:nvPicPr>
          <p:cNvPr id="294" name="Google Shape;294;p18"/>
          <p:cNvPicPr preferRelativeResize="0"/>
          <p:nvPr/>
        </p:nvPicPr>
        <p:blipFill rotWithShape="1">
          <a:blip r:embed="rId4">
            <a:alphaModFix/>
          </a:blip>
          <a:srcRect b="0" l="0" r="0" t="0"/>
          <a:stretch/>
        </p:blipFill>
        <p:spPr>
          <a:xfrm>
            <a:off x="15011400" y="-1333500"/>
            <a:ext cx="3429000" cy="3429000"/>
          </a:xfrm>
          <a:prstGeom prst="rect">
            <a:avLst/>
          </a:prstGeom>
          <a:noFill/>
          <a:ln>
            <a:noFill/>
          </a:ln>
        </p:spPr>
      </p:pic>
      <p:grpSp>
        <p:nvGrpSpPr>
          <p:cNvPr id="295" name="Google Shape;295;p18"/>
          <p:cNvGrpSpPr/>
          <p:nvPr/>
        </p:nvGrpSpPr>
        <p:grpSpPr>
          <a:xfrm>
            <a:off x="2979738" y="542715"/>
            <a:ext cx="12328557" cy="3230658"/>
            <a:chOff x="0" y="-38100"/>
            <a:chExt cx="3247348" cy="850800"/>
          </a:xfrm>
        </p:grpSpPr>
        <p:sp>
          <p:nvSpPr>
            <p:cNvPr id="296" name="Google Shape;296;p18"/>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297" name="Google Shape;297;p18"/>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298" name="Google Shape;298;p18"/>
          <p:cNvSpPr/>
          <p:nvPr/>
        </p:nvSpPr>
        <p:spPr>
          <a:xfrm>
            <a:off x="2517775" y="904875"/>
            <a:ext cx="13252500" cy="11922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DEPLOYMENT</a:t>
            </a:r>
            <a:endParaRPr b="0" i="0" sz="1800" u="none" cap="none" strike="noStrike">
              <a:solidFill>
                <a:srgbClr val="000000"/>
              </a:solidFill>
              <a:latin typeface="Lato Black"/>
              <a:ea typeface="Lato Black"/>
              <a:cs typeface="Lato Black"/>
              <a:sym typeface="Lato Black"/>
            </a:endParaRPr>
          </a:p>
        </p:txBody>
      </p:sp>
      <p:sp>
        <p:nvSpPr>
          <p:cNvPr id="299" name="Google Shape;299;p18"/>
          <p:cNvSpPr/>
          <p:nvPr/>
        </p:nvSpPr>
        <p:spPr>
          <a:xfrm>
            <a:off x="802888" y="3009750"/>
            <a:ext cx="17102637" cy="63183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600"/>
              </a:spcBef>
              <a:spcAft>
                <a:spcPts val="500"/>
              </a:spcAft>
              <a:buClr>
                <a:srgbClr val="000000"/>
              </a:buClr>
              <a:buSzPts val="3500"/>
              <a:buFont typeface="Arial"/>
              <a:buNone/>
            </a:pPr>
            <a:r>
              <a:rPr b="0" i="0" lang="en-US" sz="3500" u="none" cap="none" strike="noStrike">
                <a:solidFill>
                  <a:srgbClr val="212121"/>
                </a:solidFill>
                <a:highlight>
                  <a:srgbClr val="FFFFFF"/>
                </a:highlight>
                <a:latin typeface="Lato"/>
                <a:ea typeface="Lato"/>
                <a:cs typeface="Lato"/>
                <a:sym typeface="Lato"/>
              </a:rPr>
              <a:t>The process involved saving the model in Streamlit-compatible format (pickle file), creating an interactive Python script for the application, storing the code in a GitHub repository, connecting the repository to Streamlit for deployment, and enabling users to access the application through web hosting</a:t>
            </a:r>
            <a:endParaRPr b="0" i="0" sz="3500" u="none" cap="none" strike="noStrike">
              <a:solidFill>
                <a:srgbClr val="212121"/>
              </a:solidFill>
              <a:highlight>
                <a:srgbClr val="FFFFFF"/>
              </a:highlight>
              <a:latin typeface="Lato"/>
              <a:ea typeface="Lato"/>
              <a:cs typeface="Lato"/>
              <a:sym typeface="Lato"/>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grpSp>
        <p:nvGrpSpPr>
          <p:cNvPr id="304" name="Google Shape;304;p19"/>
          <p:cNvGrpSpPr/>
          <p:nvPr/>
        </p:nvGrpSpPr>
        <p:grpSpPr>
          <a:xfrm>
            <a:off x="2979721" y="245918"/>
            <a:ext cx="12328557" cy="2341165"/>
            <a:chOff x="0" y="-38100"/>
            <a:chExt cx="3247348" cy="850800"/>
          </a:xfrm>
        </p:grpSpPr>
        <p:sp>
          <p:nvSpPr>
            <p:cNvPr id="305" name="Google Shape;305;p19"/>
            <p:cNvSpPr/>
            <p:nvPr/>
          </p:nvSpPr>
          <p:spPr>
            <a:xfrm>
              <a:off x="0" y="0"/>
              <a:ext cx="3247348" cy="455698"/>
            </a:xfrm>
            <a:custGeom>
              <a:rect b="b" l="l" r="r" t="t"/>
              <a:pathLst>
                <a:path extrusionOk="0" h="455698" w="3247348">
                  <a:moveTo>
                    <a:pt x="0" y="0"/>
                  </a:moveTo>
                  <a:lnTo>
                    <a:pt x="3247348" y="0"/>
                  </a:lnTo>
                  <a:lnTo>
                    <a:pt x="3247348"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06" name="Google Shape;306;p19"/>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307" name="Google Shape;307;p19"/>
          <p:cNvSpPr txBox="1"/>
          <p:nvPr/>
        </p:nvSpPr>
        <p:spPr>
          <a:xfrm>
            <a:off x="4522429" y="390591"/>
            <a:ext cx="9144000" cy="1107996"/>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None/>
            </a:pPr>
            <a:r>
              <a:rPr b="0" i="0" lang="en-US" sz="6600" u="none" cap="none" strike="noStrike">
                <a:solidFill>
                  <a:srgbClr val="000000"/>
                </a:solidFill>
                <a:latin typeface="Lato Black"/>
                <a:ea typeface="Lato Black"/>
                <a:cs typeface="Lato Black"/>
                <a:sym typeface="Lato Black"/>
              </a:rPr>
              <a:t>APP DEMO VIDEO</a:t>
            </a:r>
            <a:endParaRPr b="0" i="0" sz="6600" u="none" cap="none" strike="noStrike">
              <a:solidFill>
                <a:srgbClr val="000000"/>
              </a:solidFill>
              <a:latin typeface="Arial"/>
              <a:ea typeface="Arial"/>
              <a:cs typeface="Arial"/>
              <a:sym typeface="Arial"/>
            </a:endParaRPr>
          </a:p>
        </p:txBody>
      </p:sp>
      <p:pic>
        <p:nvPicPr>
          <p:cNvPr id="308" name="Google Shape;308;p19"/>
          <p:cNvPicPr preferRelativeResize="0"/>
          <p:nvPr/>
        </p:nvPicPr>
        <p:blipFill rotWithShape="1">
          <a:blip r:embed="rId3">
            <a:alphaModFix/>
          </a:blip>
          <a:srcRect b="0" l="0" r="0" t="0"/>
          <a:stretch/>
        </p:blipFill>
        <p:spPr>
          <a:xfrm>
            <a:off x="535255" y="2074126"/>
            <a:ext cx="17485112" cy="796695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5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grpSp>
        <p:nvGrpSpPr>
          <p:cNvPr id="313" name="Google Shape;313;p20"/>
          <p:cNvGrpSpPr/>
          <p:nvPr/>
        </p:nvGrpSpPr>
        <p:grpSpPr>
          <a:xfrm>
            <a:off x="5138738" y="-30373"/>
            <a:ext cx="8010525" cy="3231035"/>
            <a:chOff x="0" y="-38100"/>
            <a:chExt cx="2109623" cy="850900"/>
          </a:xfrm>
        </p:grpSpPr>
        <p:sp>
          <p:nvSpPr>
            <p:cNvPr id="314" name="Google Shape;314;p20"/>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5" name="Google Shape;315;p20"/>
            <p:cNvSpPr/>
            <p:nvPr/>
          </p:nvSpPr>
          <p:spPr>
            <a:xfrm>
              <a:off x="0" y="-38100"/>
              <a:ext cx="812800" cy="8509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316" name="Google Shape;316;p20"/>
          <p:cNvSpPr/>
          <p:nvPr/>
        </p:nvSpPr>
        <p:spPr>
          <a:xfrm flipH="1">
            <a:off x="16764000" y="8634413"/>
            <a:ext cx="2189163" cy="1981200"/>
          </a:xfrm>
          <a:custGeom>
            <a:rect b="b" l="l" r="r" t="t"/>
            <a:pathLst>
              <a:path extrusionOk="0" h="1982597" w="2189615">
                <a:moveTo>
                  <a:pt x="2189616" y="0"/>
                </a:moveTo>
                <a:lnTo>
                  <a:pt x="0" y="0"/>
                </a:lnTo>
                <a:lnTo>
                  <a:pt x="0" y="1982597"/>
                </a:lnTo>
                <a:lnTo>
                  <a:pt x="2189616" y="1982597"/>
                </a:lnTo>
                <a:lnTo>
                  <a:pt x="2189616" y="0"/>
                </a:lnTo>
                <a:close/>
              </a:path>
            </a:pathLst>
          </a:custGeom>
          <a:blipFill rotWithShape="0">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17" name="Google Shape;317;p20"/>
          <p:cNvSpPr/>
          <p:nvPr/>
        </p:nvSpPr>
        <p:spPr>
          <a:xfrm>
            <a:off x="4543425" y="266700"/>
            <a:ext cx="9201150" cy="1174750"/>
          </a:xfrm>
          <a:prstGeom prst="rect">
            <a:avLst/>
          </a:prstGeom>
          <a:noFill/>
          <a:ln>
            <a:noFill/>
          </a:ln>
        </p:spPr>
        <p:txBody>
          <a:bodyPr anchorCtr="0" anchor="t" bIns="0" lIns="0" spcFirstLastPara="1" rIns="0" wrap="square" tIns="0">
            <a:noAutofit/>
          </a:bodyPr>
          <a:lstStyle/>
          <a:p>
            <a:pPr indent="0" lvl="0" marL="0" marR="0" rtl="0" algn="ctr">
              <a:lnSpc>
                <a:spcPct val="154166"/>
              </a:lnSpc>
              <a:spcBef>
                <a:spcPts val="0"/>
              </a:spcBef>
              <a:spcAft>
                <a:spcPts val="0"/>
              </a:spcAft>
              <a:buClr>
                <a:srgbClr val="000000"/>
              </a:buClr>
              <a:buSzPts val="6000"/>
              <a:buFont typeface="Arial"/>
              <a:buNone/>
            </a:pPr>
            <a:r>
              <a:rPr b="0" i="0" lang="en-US" sz="6000" u="none" cap="none" strike="noStrike">
                <a:solidFill>
                  <a:srgbClr val="000000"/>
                </a:solidFill>
                <a:latin typeface="Lato Black"/>
                <a:ea typeface="Lato Black"/>
                <a:cs typeface="Lato Black"/>
                <a:sym typeface="Lato Black"/>
              </a:rPr>
              <a:t>CONCLUSION</a:t>
            </a:r>
            <a:endParaRPr b="0" i="0" sz="1800" u="none" cap="none" strike="noStrike">
              <a:solidFill>
                <a:srgbClr val="000000"/>
              </a:solidFill>
              <a:latin typeface="Lato Black"/>
              <a:ea typeface="Lato Black"/>
              <a:cs typeface="Lato Black"/>
              <a:sym typeface="Lato Black"/>
            </a:endParaRPr>
          </a:p>
        </p:txBody>
      </p:sp>
      <p:pic>
        <p:nvPicPr>
          <p:cNvPr id="318" name="Google Shape;318;p20"/>
          <p:cNvPicPr preferRelativeResize="0"/>
          <p:nvPr/>
        </p:nvPicPr>
        <p:blipFill rotWithShape="1">
          <a:blip r:embed="rId4">
            <a:alphaModFix/>
          </a:blip>
          <a:srcRect b="0" l="0" r="0" t="0"/>
          <a:stretch/>
        </p:blipFill>
        <p:spPr>
          <a:xfrm>
            <a:off x="14554200" y="-952500"/>
            <a:ext cx="3429000" cy="3429000"/>
          </a:xfrm>
          <a:prstGeom prst="rect">
            <a:avLst/>
          </a:prstGeom>
          <a:noFill/>
          <a:ln>
            <a:noFill/>
          </a:ln>
        </p:spPr>
      </p:pic>
      <p:sp>
        <p:nvSpPr>
          <p:cNvPr id="319" name="Google Shape;319;p20"/>
          <p:cNvSpPr/>
          <p:nvPr/>
        </p:nvSpPr>
        <p:spPr>
          <a:xfrm>
            <a:off x="1046125" y="2661050"/>
            <a:ext cx="16302300" cy="7087800"/>
          </a:xfrm>
          <a:prstGeom prst="rect">
            <a:avLst/>
          </a:prstGeom>
          <a:noFill/>
          <a:ln>
            <a:noFill/>
          </a:ln>
        </p:spPr>
        <p:txBody>
          <a:bodyPr anchorCtr="0" anchor="t" bIns="0" lIns="0" spcFirstLastPara="1" rIns="0" wrap="square" tIns="0">
            <a:noAutofit/>
          </a:bodyPr>
          <a:lstStyle/>
          <a:p>
            <a:pPr indent="0" lvl="0" marL="0" marR="0" rtl="0" algn="just">
              <a:lnSpc>
                <a:spcPct val="150000"/>
              </a:lnSpc>
              <a:spcBef>
                <a:spcPts val="600"/>
              </a:spcBef>
              <a:spcAft>
                <a:spcPts val="500"/>
              </a:spcAft>
              <a:buClr>
                <a:srgbClr val="000000"/>
              </a:buClr>
              <a:buSzPts val="4000"/>
              <a:buFont typeface="Arial"/>
              <a:buNone/>
            </a:pPr>
            <a:r>
              <a:rPr b="0" i="0" lang="en-US" sz="4000" u="none" cap="none" strike="noStrike">
                <a:solidFill>
                  <a:srgbClr val="212121"/>
                </a:solidFill>
                <a:highlight>
                  <a:srgbClr val="FFFFFF"/>
                </a:highlight>
                <a:latin typeface="Lato"/>
                <a:ea typeface="Lato"/>
                <a:cs typeface="Lato"/>
                <a:sym typeface="Lato"/>
              </a:rPr>
              <a:t>This research centered on the application of various machine learning algorithms to predict electricity values within OECD countries, thereby contributing to the enhancement of household electricity provisioning. Based on the gathered insights, it is reasonable to conclude that the Light Gradient Boosting Machine outperforms the other machine learning algorithms employed in this investigation for predicting household electrification. </a:t>
            </a:r>
            <a:endParaRPr b="0" i="0" sz="4000" u="none" cap="none" strike="noStrike">
              <a:solidFill>
                <a:srgbClr val="212121"/>
              </a:solidFill>
              <a:highlight>
                <a:srgbClr val="FFFFFF"/>
              </a:highlight>
              <a:latin typeface="Lato"/>
              <a:ea typeface="Lato"/>
              <a:cs typeface="Lato"/>
              <a:sym typeface="Lato"/>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grpSp>
        <p:nvGrpSpPr>
          <p:cNvPr id="324" name="Google Shape;324;p21"/>
          <p:cNvGrpSpPr/>
          <p:nvPr/>
        </p:nvGrpSpPr>
        <p:grpSpPr>
          <a:xfrm>
            <a:off x="435900" y="542725"/>
            <a:ext cx="13861278" cy="3230658"/>
            <a:chOff x="0" y="-38100"/>
            <a:chExt cx="2109623" cy="850800"/>
          </a:xfrm>
        </p:grpSpPr>
        <p:sp>
          <p:nvSpPr>
            <p:cNvPr id="325" name="Google Shape;325;p21"/>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6" name="Google Shape;326;p21"/>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327" name="Google Shape;327;p21"/>
          <p:cNvSpPr/>
          <p:nvPr/>
        </p:nvSpPr>
        <p:spPr>
          <a:xfrm flipH="1">
            <a:off x="16763548" y="8634413"/>
            <a:ext cx="2189615" cy="1982597"/>
          </a:xfrm>
          <a:custGeom>
            <a:rect b="b" l="l" r="r" t="t"/>
            <a:pathLst>
              <a:path extrusionOk="0" h="1982597" w="2189615">
                <a:moveTo>
                  <a:pt x="2189616" y="0"/>
                </a:moveTo>
                <a:lnTo>
                  <a:pt x="0" y="0"/>
                </a:lnTo>
                <a:lnTo>
                  <a:pt x="0" y="1982597"/>
                </a:lnTo>
                <a:lnTo>
                  <a:pt x="2189616" y="1982597"/>
                </a:lnTo>
                <a:lnTo>
                  <a:pt x="2189616" y="0"/>
                </a:lnTo>
                <a:close/>
              </a:path>
            </a:pathLst>
          </a:custGeom>
          <a:blipFill rotWithShape="1">
            <a:blip r:embed="rId3">
              <a:alphaModFix/>
            </a:blip>
            <a:stretch>
              <a:fillRect b="0" l="100000" r="10000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28" name="Google Shape;328;p21"/>
          <p:cNvSpPr/>
          <p:nvPr/>
        </p:nvSpPr>
        <p:spPr>
          <a:xfrm>
            <a:off x="576675" y="962975"/>
            <a:ext cx="13596600" cy="11748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Links to the Other Documentation</a:t>
            </a:r>
            <a:endParaRPr b="0" i="0" sz="1800" u="none" cap="none" strike="noStrike">
              <a:solidFill>
                <a:srgbClr val="000000"/>
              </a:solidFill>
              <a:latin typeface="Lato Black"/>
              <a:ea typeface="Lato Black"/>
              <a:cs typeface="Lato Black"/>
              <a:sym typeface="Lato Black"/>
            </a:endParaRPr>
          </a:p>
        </p:txBody>
      </p:sp>
      <p:sp>
        <p:nvSpPr>
          <p:cNvPr id="329" name="Google Shape;329;p21"/>
          <p:cNvSpPr/>
          <p:nvPr/>
        </p:nvSpPr>
        <p:spPr>
          <a:xfrm>
            <a:off x="767175" y="2628900"/>
            <a:ext cx="16639200" cy="6855300"/>
          </a:xfrm>
          <a:prstGeom prst="rect">
            <a:avLst/>
          </a:prstGeom>
          <a:noFill/>
          <a:ln>
            <a:noFill/>
          </a:ln>
        </p:spPr>
        <p:txBody>
          <a:bodyPr anchorCtr="0" anchor="t" bIns="0" lIns="0" spcFirstLastPara="1" rIns="0" wrap="square" tIns="0">
            <a:noAutofit/>
          </a:bodyPr>
          <a:lstStyle/>
          <a:p>
            <a:pPr indent="-406400" lvl="0" marL="457200" marR="0" rtl="0" algn="l">
              <a:lnSpc>
                <a:spcPct val="143764"/>
              </a:lnSpc>
              <a:spcBef>
                <a:spcPts val="0"/>
              </a:spcBef>
              <a:spcAft>
                <a:spcPts val="0"/>
              </a:spcAft>
              <a:buClr>
                <a:srgbClr val="000000"/>
              </a:buClr>
              <a:buSzPts val="2800"/>
              <a:buFont typeface="Lato"/>
              <a:buChar char="●"/>
            </a:pPr>
            <a:r>
              <a:rPr b="1" i="0" lang="en-US" sz="2800" u="none" cap="none" strike="noStrike">
                <a:solidFill>
                  <a:srgbClr val="202124"/>
                </a:solidFill>
                <a:highlight>
                  <a:srgbClr val="FFFFFF"/>
                </a:highlight>
                <a:latin typeface="Lato"/>
                <a:ea typeface="Lato"/>
                <a:cs typeface="Lato"/>
                <a:sym typeface="Lato"/>
              </a:rPr>
              <a:t>Research article :</a:t>
            </a:r>
            <a:r>
              <a:rPr b="1" i="0" lang="en-US" sz="2800" u="none" cap="none" strike="noStrike">
                <a:solidFill>
                  <a:srgbClr val="202124"/>
                </a:solidFill>
                <a:highlight>
                  <a:srgbClr val="FFFFFF"/>
                </a:highlight>
                <a:uFill>
                  <a:noFill/>
                </a:uFill>
                <a:latin typeface="Lato"/>
                <a:ea typeface="Lato"/>
                <a:cs typeface="Lato"/>
                <a:sym typeface="Lato"/>
                <a:hlinkClick r:id="rId4">
                  <a:extLst>
                    <a:ext uri="{A12FA001-AC4F-418D-AE19-62706E023703}">
                      <ahyp:hlinkClr val="tx"/>
                    </a:ext>
                  </a:extLst>
                </a:hlinkClick>
              </a:rPr>
              <a:t> </a:t>
            </a:r>
            <a:r>
              <a:rPr b="0" i="0" lang="en-US" sz="2800" u="sng" cap="none" strike="noStrike">
                <a:solidFill>
                  <a:srgbClr val="1155CC"/>
                </a:solidFill>
                <a:highlight>
                  <a:srgbClr val="FFFFFF"/>
                </a:highlight>
                <a:latin typeface="Lato"/>
                <a:ea typeface="Lato"/>
                <a:cs typeface="Lato"/>
                <a:sym typeface="Lato"/>
                <a:hlinkClick r:id="rId5">
                  <a:extLst>
                    <a:ext uri="{A12FA001-AC4F-418D-AE19-62706E023703}">
                      <ahyp:hlinkClr val="tx"/>
                    </a:ext>
                  </a:extLst>
                </a:hlinkClick>
              </a:rPr>
              <a:t>https://docs.google.com/document/d/18_uIrVqsfzAET3wjd7lRaoK8dZETpv-eZ2sBKlTRNak/edit?usp=sharing</a:t>
            </a:r>
            <a:endParaRPr b="0" i="0" sz="2800" u="none" cap="none" strike="noStrike">
              <a:solidFill>
                <a:schemeClr val="dk1"/>
              </a:solidFill>
              <a:latin typeface="Lato"/>
              <a:ea typeface="Lato"/>
              <a:cs typeface="Lato"/>
              <a:sym typeface="Lato"/>
            </a:endParaRPr>
          </a:p>
          <a:p>
            <a:pPr indent="-406400" lvl="0" marL="457200" marR="0" rtl="0" algn="l">
              <a:lnSpc>
                <a:spcPct val="143764"/>
              </a:lnSpc>
              <a:spcBef>
                <a:spcPts val="0"/>
              </a:spcBef>
              <a:spcAft>
                <a:spcPts val="0"/>
              </a:spcAft>
              <a:buClr>
                <a:srgbClr val="000000"/>
              </a:buClr>
              <a:buSzPts val="2800"/>
              <a:buFont typeface="Lato"/>
              <a:buChar char="●"/>
            </a:pPr>
            <a:r>
              <a:rPr b="1" i="0" lang="en-US" sz="2800" u="none" cap="none" strike="noStrike">
                <a:solidFill>
                  <a:srgbClr val="202124"/>
                </a:solidFill>
                <a:highlight>
                  <a:srgbClr val="FFFFFF"/>
                </a:highlight>
                <a:latin typeface="Lato"/>
                <a:ea typeface="Lato"/>
                <a:cs typeface="Lato"/>
                <a:sym typeface="Lato"/>
              </a:rPr>
              <a:t>Power Bi:</a:t>
            </a:r>
            <a:r>
              <a:rPr b="1" i="0" lang="en-US" sz="2800" u="none" cap="none" strike="noStrike">
                <a:solidFill>
                  <a:srgbClr val="202124"/>
                </a:solidFill>
                <a:highlight>
                  <a:srgbClr val="FFFFFF"/>
                </a:highlight>
                <a:uFill>
                  <a:noFill/>
                </a:uFill>
                <a:latin typeface="Lato"/>
                <a:ea typeface="Lato"/>
                <a:cs typeface="Lato"/>
                <a:sym typeface="Lato"/>
                <a:hlinkClick r:id="rId6">
                  <a:extLst>
                    <a:ext uri="{A12FA001-AC4F-418D-AE19-62706E023703}">
                      <ahyp:hlinkClr val="tx"/>
                    </a:ext>
                  </a:extLst>
                </a:hlinkClick>
              </a:rPr>
              <a:t> </a:t>
            </a:r>
            <a:r>
              <a:rPr b="0" i="0" lang="en-US" sz="2800" u="sng" cap="none" strike="noStrike">
                <a:solidFill>
                  <a:srgbClr val="1155CC"/>
                </a:solidFill>
                <a:highlight>
                  <a:srgbClr val="FFFFFF"/>
                </a:highlight>
                <a:latin typeface="Lato"/>
                <a:ea typeface="Lato"/>
                <a:cs typeface="Lato"/>
                <a:sym typeface="Lato"/>
                <a:hlinkClick r:id="rId7">
                  <a:extLst>
                    <a:ext uri="{A12FA001-AC4F-418D-AE19-62706E023703}">
                      <ahyp:hlinkClr val="tx"/>
                    </a:ext>
                  </a:extLst>
                </a:hlinkClick>
              </a:rPr>
              <a:t>https://app.powerbi.com/groups/me/reports/4b2fba83-fa2f-426d-967f-cd953cf47803/ReportSection?experience=power-bi</a:t>
            </a:r>
            <a:endParaRPr b="0" i="0" sz="2800" u="none" cap="none" strike="noStrike">
              <a:solidFill>
                <a:schemeClr val="dk1"/>
              </a:solidFill>
              <a:latin typeface="Lato"/>
              <a:ea typeface="Lato"/>
              <a:cs typeface="Lato"/>
              <a:sym typeface="Lato"/>
            </a:endParaRPr>
          </a:p>
          <a:p>
            <a:pPr indent="-406400" lvl="0" marL="457200" marR="0" rtl="0" algn="l">
              <a:lnSpc>
                <a:spcPct val="143764"/>
              </a:lnSpc>
              <a:spcBef>
                <a:spcPts val="0"/>
              </a:spcBef>
              <a:spcAft>
                <a:spcPts val="0"/>
              </a:spcAft>
              <a:buClr>
                <a:srgbClr val="000000"/>
              </a:buClr>
              <a:buSzPts val="2800"/>
              <a:buFont typeface="Lato"/>
              <a:buChar char="●"/>
            </a:pPr>
            <a:r>
              <a:rPr b="1" i="0" lang="en-US" sz="2800" u="none" cap="none" strike="noStrike">
                <a:solidFill>
                  <a:srgbClr val="202124"/>
                </a:solidFill>
                <a:highlight>
                  <a:srgbClr val="FFFFFF"/>
                </a:highlight>
                <a:latin typeface="Lato"/>
                <a:ea typeface="Lato"/>
                <a:cs typeface="Lato"/>
                <a:sym typeface="Lato"/>
              </a:rPr>
              <a:t>Project Documentation:</a:t>
            </a:r>
            <a:r>
              <a:rPr b="1" i="0" lang="en-US" sz="2800" u="none" cap="none" strike="noStrike">
                <a:solidFill>
                  <a:srgbClr val="202124"/>
                </a:solidFill>
                <a:highlight>
                  <a:srgbClr val="FFFFFF"/>
                </a:highlight>
                <a:uFill>
                  <a:noFill/>
                </a:uFill>
                <a:latin typeface="Lato"/>
                <a:ea typeface="Lato"/>
                <a:cs typeface="Lato"/>
                <a:sym typeface="Lato"/>
                <a:hlinkClick r:id="rId8">
                  <a:extLst>
                    <a:ext uri="{A12FA001-AC4F-418D-AE19-62706E023703}">
                      <ahyp:hlinkClr val="tx"/>
                    </a:ext>
                  </a:extLst>
                </a:hlinkClick>
              </a:rPr>
              <a:t> </a:t>
            </a:r>
            <a:r>
              <a:rPr b="0" i="0" lang="en-US" sz="2800" u="sng" cap="none" strike="noStrike">
                <a:solidFill>
                  <a:srgbClr val="1155CC"/>
                </a:solidFill>
                <a:highlight>
                  <a:srgbClr val="FFFFFF"/>
                </a:highlight>
                <a:latin typeface="Lato"/>
                <a:ea typeface="Lato"/>
                <a:cs typeface="Lato"/>
                <a:sym typeface="Lato"/>
                <a:hlinkClick r:id="rId9">
                  <a:extLst>
                    <a:ext uri="{A12FA001-AC4F-418D-AE19-62706E023703}">
                      <ahyp:hlinkClr val="tx"/>
                    </a:ext>
                  </a:extLst>
                </a:hlinkClick>
              </a:rPr>
              <a:t>https://docs.google.com/document/d/1CNIaLIJcwzMxaKX30JzJrSmr7eJkF61kyNXkep5k7cc/edit?usp=drivesdk</a:t>
            </a:r>
            <a:endParaRPr b="0" i="0" sz="2800" u="none" cap="none" strike="noStrike">
              <a:solidFill>
                <a:schemeClr val="dk1"/>
              </a:solidFill>
              <a:latin typeface="Lato"/>
              <a:ea typeface="Lato"/>
              <a:cs typeface="Lato"/>
              <a:sym typeface="Lato"/>
            </a:endParaRPr>
          </a:p>
          <a:p>
            <a:pPr indent="-406400" lvl="0" marL="457200" marR="0" rtl="0" algn="l">
              <a:lnSpc>
                <a:spcPct val="143764"/>
              </a:lnSpc>
              <a:spcBef>
                <a:spcPts val="0"/>
              </a:spcBef>
              <a:spcAft>
                <a:spcPts val="0"/>
              </a:spcAft>
              <a:buClr>
                <a:srgbClr val="000000"/>
              </a:buClr>
              <a:buSzPts val="2800"/>
              <a:buFont typeface="Lato"/>
              <a:buChar char="●"/>
            </a:pPr>
            <a:r>
              <a:rPr b="1" i="0" lang="en-US" sz="2800" u="none" cap="none" strike="noStrike">
                <a:solidFill>
                  <a:srgbClr val="202124"/>
                </a:solidFill>
                <a:highlight>
                  <a:srgbClr val="FFFFFF"/>
                </a:highlight>
                <a:latin typeface="Lato"/>
                <a:ea typeface="Lato"/>
                <a:cs typeface="Lato"/>
                <a:sym typeface="Lato"/>
              </a:rPr>
              <a:t>GitHub:</a:t>
            </a:r>
            <a:r>
              <a:rPr b="1" i="0" lang="en-US" sz="2800" u="none" cap="none" strike="noStrike">
                <a:solidFill>
                  <a:srgbClr val="202124"/>
                </a:solidFill>
                <a:highlight>
                  <a:srgbClr val="FFFFFF"/>
                </a:highlight>
                <a:uFill>
                  <a:noFill/>
                </a:uFill>
                <a:latin typeface="Lato"/>
                <a:ea typeface="Lato"/>
                <a:cs typeface="Lato"/>
                <a:sym typeface="Lato"/>
                <a:hlinkClick r:id="rId10">
                  <a:extLst>
                    <a:ext uri="{A12FA001-AC4F-418D-AE19-62706E023703}">
                      <ahyp:hlinkClr val="tx"/>
                    </a:ext>
                  </a:extLst>
                </a:hlinkClick>
              </a:rPr>
              <a:t> </a:t>
            </a:r>
            <a:r>
              <a:rPr b="0" i="0" lang="en-US" sz="2800" u="sng" cap="none" strike="noStrike">
                <a:solidFill>
                  <a:srgbClr val="1155CC"/>
                </a:solidFill>
                <a:highlight>
                  <a:srgbClr val="FFFFFF"/>
                </a:highlight>
                <a:latin typeface="Lato"/>
                <a:ea typeface="Lato"/>
                <a:cs typeface="Lato"/>
                <a:sym typeface="Lato"/>
                <a:hlinkClick r:id="rId11">
                  <a:extLst>
                    <a:ext uri="{A12FA001-AC4F-418D-AE19-62706E023703}">
                      <ahyp:hlinkClr val="tx"/>
                    </a:ext>
                  </a:extLst>
                </a:hlinkClick>
              </a:rPr>
              <a:t>https://github.com/Adebesin-Aramide/Global_Household_Electrification</a:t>
            </a:r>
            <a:endParaRPr sz="2800">
              <a:latin typeface="Lato"/>
              <a:ea typeface="Lato"/>
              <a:cs typeface="Lato"/>
              <a:sym typeface="Lato"/>
            </a:endParaRPr>
          </a:p>
          <a:p>
            <a:pPr indent="-514350" lvl="0" marL="457200" rtl="0" algn="l">
              <a:lnSpc>
                <a:spcPct val="115000"/>
              </a:lnSpc>
              <a:spcBef>
                <a:spcPts val="0"/>
              </a:spcBef>
              <a:spcAft>
                <a:spcPts val="0"/>
              </a:spcAft>
              <a:buSzPts val="4500"/>
              <a:buFont typeface="Lato"/>
              <a:buChar char="●"/>
            </a:pPr>
            <a:r>
              <a:rPr lang="en-US" sz="2800" u="sng">
                <a:solidFill>
                  <a:srgbClr val="1155CC"/>
                </a:solidFill>
                <a:highlight>
                  <a:srgbClr val="FFFFFF"/>
                </a:highlight>
                <a:hlinkClick r:id="rId12">
                  <a:extLst>
                    <a:ext uri="{A12FA001-AC4F-418D-AE19-62706E023703}">
                      <ahyp:hlinkClr val="tx"/>
                    </a:ext>
                  </a:extLst>
                </a:hlinkClick>
              </a:rPr>
              <a:t>https://github.com/OBIGOD3931/Team-GCP-Hamoye-HDSC-Spring-23-Capstone-Project</a:t>
            </a:r>
            <a:endParaRPr sz="4500">
              <a:latin typeface="Lato"/>
              <a:ea typeface="Lato"/>
              <a:cs typeface="Lato"/>
              <a:sym typeface="Lato"/>
            </a:endParaRPr>
          </a:p>
        </p:txBody>
      </p:sp>
      <p:pic>
        <p:nvPicPr>
          <p:cNvPr id="330" name="Google Shape;330;p21"/>
          <p:cNvPicPr preferRelativeResize="0"/>
          <p:nvPr/>
        </p:nvPicPr>
        <p:blipFill rotWithShape="1">
          <a:blip r:embed="rId13">
            <a:alphaModFix/>
          </a:blip>
          <a:srcRect b="0" l="0" r="0" t="0"/>
          <a:stretch/>
        </p:blipFill>
        <p:spPr>
          <a:xfrm>
            <a:off x="14097000" y="-1028700"/>
            <a:ext cx="3429000" cy="34290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4" name="Shape 334"/>
        <p:cNvGrpSpPr/>
        <p:nvPr/>
      </p:nvGrpSpPr>
      <p:grpSpPr>
        <a:xfrm>
          <a:off x="0" y="0"/>
          <a:ext cx="0" cy="0"/>
          <a:chOff x="0" y="0"/>
          <a:chExt cx="0" cy="0"/>
        </a:xfrm>
      </p:grpSpPr>
      <p:grpSp>
        <p:nvGrpSpPr>
          <p:cNvPr id="335" name="Google Shape;335;p22"/>
          <p:cNvGrpSpPr/>
          <p:nvPr/>
        </p:nvGrpSpPr>
        <p:grpSpPr>
          <a:xfrm>
            <a:off x="5138738" y="542715"/>
            <a:ext cx="8010449" cy="3230658"/>
            <a:chOff x="0" y="-38100"/>
            <a:chExt cx="2109623" cy="850800"/>
          </a:xfrm>
        </p:grpSpPr>
        <p:sp>
          <p:nvSpPr>
            <p:cNvPr id="336" name="Google Shape;336;p22"/>
            <p:cNvSpPr/>
            <p:nvPr/>
          </p:nvSpPr>
          <p:spPr>
            <a:xfrm>
              <a:off x="0" y="0"/>
              <a:ext cx="2109623" cy="455698"/>
            </a:xfrm>
            <a:custGeom>
              <a:rect b="b" l="l" r="r" t="t"/>
              <a:pathLst>
                <a:path extrusionOk="0" h="455698" w="2109623">
                  <a:moveTo>
                    <a:pt x="0" y="0"/>
                  </a:moveTo>
                  <a:lnTo>
                    <a:pt x="2109623" y="0"/>
                  </a:lnTo>
                  <a:lnTo>
                    <a:pt x="2109623" y="455698"/>
                  </a:lnTo>
                  <a:lnTo>
                    <a:pt x="0" y="455698"/>
                  </a:lnTo>
                  <a:close/>
                </a:path>
              </a:pathLst>
            </a:custGeom>
            <a:solidFill>
              <a:srgbClr val="DDDEDE"/>
            </a:solidFill>
            <a:ln cap="flat" cmpd="sng" w="38100">
              <a:solidFill>
                <a:srgbClr val="F1F2F2"/>
              </a:solidFill>
              <a:prstDash val="solid"/>
              <a:round/>
              <a:headEnd len="sm" w="sm" type="none"/>
              <a:tailEnd len="sm" w="sm" type="none"/>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7" name="Google Shape;337;p22"/>
            <p:cNvSpPr/>
            <p:nvPr/>
          </p:nvSpPr>
          <p:spPr>
            <a:xfrm>
              <a:off x="0" y="-38100"/>
              <a:ext cx="812700" cy="850800"/>
            </a:xfrm>
            <a:prstGeom prst="rect">
              <a:avLst/>
            </a:prstGeom>
            <a:noFill/>
            <a:ln>
              <a:noFill/>
            </a:ln>
          </p:spPr>
          <p:txBody>
            <a:bodyPr anchorCtr="0" anchor="ctr" bIns="50800" lIns="50800" spcFirstLastPara="1" rIns="50800" wrap="square" tIns="50800">
              <a:noAutofit/>
            </a:bodyPr>
            <a:lstStyle/>
            <a:p>
              <a:pPr indent="0" lvl="0" marL="0" marR="0" rtl="0" algn="ctr">
                <a:lnSpc>
                  <a:spcPct val="147222"/>
                </a:lnSpc>
                <a:spcBef>
                  <a:spcPts val="0"/>
                </a:spcBef>
                <a:spcAft>
                  <a:spcPts val="0"/>
                </a:spcAft>
                <a:buClr>
                  <a:srgbClr val="000000"/>
                </a:buClr>
                <a:buSzPts val="1800"/>
                <a:buFont typeface="Arial"/>
                <a:buNone/>
              </a:pPr>
              <a:r>
                <a:t/>
              </a:r>
              <a:endParaRPr b="0" i="0" sz="1800" u="none" cap="none" strike="noStrike">
                <a:solidFill>
                  <a:srgbClr val="000000"/>
                </a:solidFill>
                <a:latin typeface="Rockwell"/>
                <a:ea typeface="Rockwell"/>
                <a:cs typeface="Rockwell"/>
                <a:sym typeface="Rockwell"/>
              </a:endParaRPr>
            </a:p>
          </p:txBody>
        </p:sp>
      </p:grpSp>
      <p:sp>
        <p:nvSpPr>
          <p:cNvPr id="338" name="Google Shape;338;p22"/>
          <p:cNvSpPr/>
          <p:nvPr/>
        </p:nvSpPr>
        <p:spPr>
          <a:xfrm flipH="1">
            <a:off x="16763548" y="8634413"/>
            <a:ext cx="2189615" cy="1982597"/>
          </a:xfrm>
          <a:custGeom>
            <a:rect b="b" l="l" r="r" t="t"/>
            <a:pathLst>
              <a:path extrusionOk="0" h="1982597" w="2189615">
                <a:moveTo>
                  <a:pt x="2189616" y="0"/>
                </a:moveTo>
                <a:lnTo>
                  <a:pt x="0" y="0"/>
                </a:lnTo>
                <a:lnTo>
                  <a:pt x="0" y="1982597"/>
                </a:lnTo>
                <a:lnTo>
                  <a:pt x="2189616" y="1982597"/>
                </a:lnTo>
                <a:lnTo>
                  <a:pt x="2189616" y="0"/>
                </a:lnTo>
                <a:close/>
              </a:path>
            </a:pathLst>
          </a:custGeom>
          <a:blipFill rotWithShape="1">
            <a:blip r:embed="rId3">
              <a:alphaModFix/>
            </a:blip>
            <a:stretch>
              <a:fillRect b="0" l="100000" r="10000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39" name="Google Shape;339;p22"/>
          <p:cNvSpPr/>
          <p:nvPr/>
        </p:nvSpPr>
        <p:spPr>
          <a:xfrm>
            <a:off x="4543425" y="904875"/>
            <a:ext cx="9201300" cy="1174800"/>
          </a:xfrm>
          <a:prstGeom prst="rect">
            <a:avLst/>
          </a:prstGeom>
          <a:noFill/>
          <a:ln>
            <a:noFill/>
          </a:ln>
        </p:spPr>
        <p:txBody>
          <a:bodyPr anchorCtr="0" anchor="t" bIns="0" lIns="0" spcFirstLastPara="1" rIns="0" wrap="square" tIns="0">
            <a:noAutofit/>
          </a:bodyPr>
          <a:lstStyle/>
          <a:p>
            <a:pPr indent="0" lvl="0" marL="0" marR="0" rtl="0" algn="ctr">
              <a:lnSpc>
                <a:spcPct val="140151"/>
              </a:lnSpc>
              <a:spcBef>
                <a:spcPts val="0"/>
              </a:spcBef>
              <a:spcAft>
                <a:spcPts val="0"/>
              </a:spcAft>
              <a:buClr>
                <a:srgbClr val="000000"/>
              </a:buClr>
              <a:buSzPts val="6600"/>
              <a:buFont typeface="Arial"/>
              <a:buNone/>
            </a:pPr>
            <a:r>
              <a:rPr b="0" i="0" lang="en-US" sz="6600" u="none" cap="none" strike="noStrike">
                <a:solidFill>
                  <a:srgbClr val="000000"/>
                </a:solidFill>
                <a:latin typeface="Lato Black"/>
                <a:ea typeface="Lato Black"/>
                <a:cs typeface="Lato Black"/>
                <a:sym typeface="Lato Black"/>
              </a:rPr>
              <a:t>Links to the Dataset</a:t>
            </a:r>
            <a:endParaRPr b="0" i="0" sz="1800" u="none" cap="none" strike="noStrike">
              <a:solidFill>
                <a:srgbClr val="000000"/>
              </a:solidFill>
              <a:latin typeface="Lato Black"/>
              <a:ea typeface="Lato Black"/>
              <a:cs typeface="Lato Black"/>
              <a:sym typeface="Lato Black"/>
            </a:endParaRPr>
          </a:p>
        </p:txBody>
      </p:sp>
      <p:sp>
        <p:nvSpPr>
          <p:cNvPr id="340" name="Google Shape;340;p22"/>
          <p:cNvSpPr/>
          <p:nvPr/>
        </p:nvSpPr>
        <p:spPr>
          <a:xfrm>
            <a:off x="523075" y="2781300"/>
            <a:ext cx="17435700" cy="6292200"/>
          </a:xfrm>
          <a:prstGeom prst="rect">
            <a:avLst/>
          </a:prstGeom>
          <a:noFill/>
          <a:ln>
            <a:noFill/>
          </a:ln>
        </p:spPr>
        <p:txBody>
          <a:bodyPr anchorCtr="0" anchor="t" bIns="0" lIns="0" spcFirstLastPara="1" rIns="0" wrap="square" tIns="0">
            <a:noAutofit/>
          </a:bodyPr>
          <a:lstStyle/>
          <a:p>
            <a:pPr indent="-457200" lvl="0" marL="457200" marR="0" rtl="0" algn="l">
              <a:lnSpc>
                <a:spcPct val="143764"/>
              </a:lnSpc>
              <a:spcBef>
                <a:spcPts val="0"/>
              </a:spcBef>
              <a:spcAft>
                <a:spcPts val="0"/>
              </a:spcAft>
              <a:buClr>
                <a:srgbClr val="000000"/>
              </a:buClr>
              <a:buSzPts val="3700"/>
              <a:buFont typeface="Lato"/>
              <a:buChar char="●"/>
            </a:pPr>
            <a:r>
              <a:rPr b="0" i="0" lang="en-US" sz="3700" u="none" cap="none" strike="noStrike">
                <a:solidFill>
                  <a:srgbClr val="000000"/>
                </a:solidFill>
                <a:latin typeface="Lato"/>
                <a:ea typeface="Lato"/>
                <a:cs typeface="Lato"/>
                <a:sym typeface="Lato"/>
              </a:rPr>
              <a:t>Given Dataset: </a:t>
            </a:r>
            <a:r>
              <a:rPr b="0" i="0" lang="en-US" sz="3700" u="sng" cap="none" strike="noStrike">
                <a:solidFill>
                  <a:schemeClr val="hlink"/>
                </a:solidFill>
                <a:latin typeface="Lato"/>
                <a:ea typeface="Lato"/>
                <a:cs typeface="Lato"/>
                <a:sym typeface="Lato"/>
                <a:hlinkClick r:id="rId4"/>
              </a:rPr>
              <a:t>https://www.iea.org/data-andstatistics/dataproduct/monthly-electricity-statistics</a:t>
            </a:r>
            <a:r>
              <a:rPr b="0" i="0" lang="en-US" sz="3700" u="none" cap="none" strike="noStrike">
                <a:solidFill>
                  <a:srgbClr val="000000"/>
                </a:solidFill>
                <a:latin typeface="Lato"/>
                <a:ea typeface="Lato"/>
                <a:cs typeface="Lato"/>
                <a:sym typeface="Lato"/>
              </a:rPr>
              <a:t> </a:t>
            </a:r>
            <a:endParaRPr b="0" i="0" sz="3700" u="none" cap="none" strike="noStrike">
              <a:solidFill>
                <a:srgbClr val="000000"/>
              </a:solidFill>
              <a:latin typeface="Lato"/>
              <a:ea typeface="Lato"/>
              <a:cs typeface="Lato"/>
              <a:sym typeface="Lato"/>
            </a:endParaRPr>
          </a:p>
          <a:p>
            <a:pPr indent="-457200" lvl="0" marL="457200" marR="0" rtl="0" algn="l">
              <a:lnSpc>
                <a:spcPct val="143764"/>
              </a:lnSpc>
              <a:spcBef>
                <a:spcPts val="0"/>
              </a:spcBef>
              <a:spcAft>
                <a:spcPts val="0"/>
              </a:spcAft>
              <a:buClr>
                <a:srgbClr val="000000"/>
              </a:buClr>
              <a:buSzPts val="3700"/>
              <a:buFont typeface="Lato"/>
              <a:buChar char="●"/>
            </a:pPr>
            <a:r>
              <a:rPr b="0" i="0" lang="en-US" sz="3700" u="none" cap="none" strike="noStrike">
                <a:solidFill>
                  <a:srgbClr val="000000"/>
                </a:solidFill>
                <a:latin typeface="Lato"/>
                <a:ea typeface="Lato"/>
                <a:cs typeface="Lato"/>
                <a:sym typeface="Lato"/>
              </a:rPr>
              <a:t>Electricity Generation Data: </a:t>
            </a:r>
            <a:r>
              <a:rPr b="0" i="0" lang="en-US" sz="3700" u="sng" cap="none" strike="noStrike">
                <a:solidFill>
                  <a:schemeClr val="hlink"/>
                </a:solidFill>
                <a:latin typeface="Lato"/>
                <a:ea typeface="Lato"/>
                <a:cs typeface="Lato"/>
                <a:sym typeface="Lato"/>
                <a:hlinkClick r:id="rId5"/>
              </a:rPr>
              <a:t>https://data.world/oecd/electricitygeneration/workspace/file?filename=electricity_generation.csv</a:t>
            </a:r>
            <a:r>
              <a:rPr b="0" i="0" lang="en-US" sz="3700" u="none" cap="none" strike="noStrike">
                <a:solidFill>
                  <a:srgbClr val="000000"/>
                </a:solidFill>
                <a:latin typeface="Lato"/>
                <a:ea typeface="Lato"/>
                <a:cs typeface="Lato"/>
                <a:sym typeface="Lato"/>
              </a:rPr>
              <a:t> </a:t>
            </a:r>
            <a:endParaRPr b="0" i="0" sz="3700" u="none" cap="none" strike="noStrike">
              <a:solidFill>
                <a:srgbClr val="000000"/>
              </a:solidFill>
              <a:latin typeface="Lato"/>
              <a:ea typeface="Lato"/>
              <a:cs typeface="Lato"/>
              <a:sym typeface="Lato"/>
            </a:endParaRPr>
          </a:p>
          <a:p>
            <a:pPr indent="-457200" lvl="0" marL="457200" marR="0" rtl="0" algn="l">
              <a:lnSpc>
                <a:spcPct val="143764"/>
              </a:lnSpc>
              <a:spcBef>
                <a:spcPts val="0"/>
              </a:spcBef>
              <a:spcAft>
                <a:spcPts val="0"/>
              </a:spcAft>
              <a:buClr>
                <a:srgbClr val="000000"/>
              </a:buClr>
              <a:buSzPts val="3700"/>
              <a:buFont typeface="Lato"/>
              <a:buChar char="●"/>
            </a:pPr>
            <a:r>
              <a:rPr b="0" i="0" lang="en-US" sz="3700" u="none" cap="none" strike="noStrike">
                <a:solidFill>
                  <a:srgbClr val="000000"/>
                </a:solidFill>
                <a:latin typeface="Lato"/>
                <a:ea typeface="Lato"/>
                <a:cs typeface="Lato"/>
                <a:sym typeface="Lato"/>
              </a:rPr>
              <a:t>World Bank Rural Population Percentage Data: </a:t>
            </a:r>
            <a:r>
              <a:rPr b="0" i="0" lang="en-US" sz="3700" u="sng" cap="none" strike="noStrike">
                <a:solidFill>
                  <a:schemeClr val="hlink"/>
                </a:solidFill>
                <a:latin typeface="Lato"/>
                <a:ea typeface="Lato"/>
                <a:cs typeface="Lato"/>
                <a:sym typeface="Lato"/>
                <a:hlinkClick r:id="rId6"/>
              </a:rPr>
              <a:t>https://data.worldbank.org/indicator/SP.RUR.TOTL.ZS?end=2022&amp;start=2022&amp;view=map</a:t>
            </a:r>
            <a:r>
              <a:rPr b="0" i="0" lang="en-US" sz="3700" u="none" cap="none" strike="noStrike">
                <a:solidFill>
                  <a:srgbClr val="000000"/>
                </a:solidFill>
                <a:latin typeface="Lato"/>
                <a:ea typeface="Lato"/>
                <a:cs typeface="Lato"/>
                <a:sym typeface="Lato"/>
              </a:rPr>
              <a:t> </a:t>
            </a:r>
            <a:endParaRPr b="0" i="0" sz="3700" u="none" cap="none" strike="noStrike">
              <a:solidFill>
                <a:srgbClr val="000000"/>
              </a:solidFill>
              <a:latin typeface="Lato"/>
              <a:ea typeface="Lato"/>
              <a:cs typeface="Lato"/>
              <a:sym typeface="Lato"/>
            </a:endParaRPr>
          </a:p>
        </p:txBody>
      </p:sp>
      <p:pic>
        <p:nvPicPr>
          <p:cNvPr id="341" name="Google Shape;341;p22"/>
          <p:cNvPicPr preferRelativeResize="0"/>
          <p:nvPr/>
        </p:nvPicPr>
        <p:blipFill rotWithShape="1">
          <a:blip r:embed="rId7">
            <a:alphaModFix/>
          </a:blip>
          <a:srcRect b="0" l="0" r="0" t="0"/>
          <a:stretch/>
        </p:blipFill>
        <p:spPr>
          <a:xfrm>
            <a:off x="14097000" y="-1028700"/>
            <a:ext cx="3429000" cy="34290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5" name="Shape 345"/>
        <p:cNvGrpSpPr/>
        <p:nvPr/>
      </p:nvGrpSpPr>
      <p:grpSpPr>
        <a:xfrm>
          <a:off x="0" y="0"/>
          <a:ext cx="0" cy="0"/>
          <a:chOff x="0" y="0"/>
          <a:chExt cx="0" cy="0"/>
        </a:xfrm>
      </p:grpSpPr>
      <p:sp>
        <p:nvSpPr>
          <p:cNvPr id="346" name="Google Shape;346;p23"/>
          <p:cNvSpPr/>
          <p:nvPr/>
        </p:nvSpPr>
        <p:spPr>
          <a:xfrm>
            <a:off x="15849600" y="-495300"/>
            <a:ext cx="2941638" cy="2941638"/>
          </a:xfrm>
          <a:custGeom>
            <a:rect b="b" l="l" r="r" t="t"/>
            <a:pathLst>
              <a:path extrusionOk="0" h="2942276" w="2942276">
                <a:moveTo>
                  <a:pt x="0" y="0"/>
                </a:moveTo>
                <a:lnTo>
                  <a:pt x="2942276" y="0"/>
                </a:lnTo>
                <a:lnTo>
                  <a:pt x="2942276" y="2942276"/>
                </a:lnTo>
                <a:lnTo>
                  <a:pt x="0" y="2942276"/>
                </a:lnTo>
                <a:lnTo>
                  <a:pt x="0" y="0"/>
                </a:lnTo>
                <a:close/>
              </a:path>
            </a:pathLst>
          </a:cu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7" name="Google Shape;347;p23"/>
          <p:cNvSpPr/>
          <p:nvPr/>
        </p:nvSpPr>
        <p:spPr>
          <a:xfrm flipH="1">
            <a:off x="2119771" y="6696075"/>
            <a:ext cx="3395204" cy="1049427"/>
          </a:xfrm>
          <a:custGeom>
            <a:rect b="b" l="l" r="r" t="t"/>
            <a:pathLst>
              <a:path extrusionOk="0" h="1049427" w="3395204">
                <a:moveTo>
                  <a:pt x="3395205" y="0"/>
                </a:moveTo>
                <a:lnTo>
                  <a:pt x="0" y="0"/>
                </a:lnTo>
                <a:lnTo>
                  <a:pt x="0" y="1049427"/>
                </a:lnTo>
                <a:lnTo>
                  <a:pt x="3395205" y="1049427"/>
                </a:lnTo>
                <a:lnTo>
                  <a:pt x="3395205" y="0"/>
                </a:lnTo>
                <a:close/>
              </a:path>
            </a:pathLst>
          </a:custGeom>
          <a:blipFill rotWithShape="0">
            <a:blip r:embed="rId4">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rgbClr val="000000"/>
              </a:solidFill>
              <a:latin typeface="Arial"/>
              <a:ea typeface="Arial"/>
              <a:cs typeface="Arial"/>
              <a:sym typeface="Arial"/>
            </a:endParaRPr>
          </a:p>
        </p:txBody>
      </p:sp>
      <p:sp>
        <p:nvSpPr>
          <p:cNvPr id="348" name="Google Shape;348;p23"/>
          <p:cNvSpPr/>
          <p:nvPr/>
        </p:nvSpPr>
        <p:spPr>
          <a:xfrm>
            <a:off x="3270250" y="3533775"/>
            <a:ext cx="11747400" cy="1871700"/>
          </a:xfrm>
          <a:prstGeom prst="rect">
            <a:avLst/>
          </a:prstGeom>
          <a:noFill/>
          <a:ln>
            <a:noFill/>
          </a:ln>
        </p:spPr>
        <p:txBody>
          <a:bodyPr anchorCtr="0" anchor="t" bIns="0" lIns="0" spcFirstLastPara="1" rIns="0" wrap="square" tIns="0">
            <a:noAutofit/>
          </a:bodyPr>
          <a:lstStyle/>
          <a:p>
            <a:pPr indent="0" lvl="0" marL="0" marR="0" rtl="0" algn="ctr">
              <a:lnSpc>
                <a:spcPct val="140509"/>
              </a:lnSpc>
              <a:spcBef>
                <a:spcPts val="0"/>
              </a:spcBef>
              <a:spcAft>
                <a:spcPts val="0"/>
              </a:spcAft>
              <a:buClr>
                <a:srgbClr val="000000"/>
              </a:buClr>
              <a:buSzPts val="10400"/>
              <a:buFont typeface="Arial"/>
              <a:buNone/>
            </a:pPr>
            <a:r>
              <a:rPr b="0" i="0" lang="en-US" sz="10400" u="none" cap="none" strike="noStrike">
                <a:solidFill>
                  <a:srgbClr val="000000"/>
                </a:solidFill>
                <a:latin typeface="Lato Black"/>
                <a:ea typeface="Lato Black"/>
                <a:cs typeface="Lato Black"/>
                <a:sym typeface="Lato Black"/>
              </a:rPr>
              <a:t>THANK YOU !!</a:t>
            </a:r>
            <a:endParaRPr b="0" i="0" sz="1800" u="none" cap="none" strike="noStrike">
              <a:solidFill>
                <a:srgbClr val="000000"/>
              </a:solidFill>
              <a:latin typeface="Lato Black"/>
              <a:ea typeface="Lato Black"/>
              <a:cs typeface="Lato Black"/>
              <a:sym typeface="Lato Black"/>
            </a:endParaRPr>
          </a:p>
        </p:txBody>
      </p:sp>
      <p:sp>
        <p:nvSpPr>
          <p:cNvPr id="349" name="Google Shape;349;p23"/>
          <p:cNvSpPr/>
          <p:nvPr/>
        </p:nvSpPr>
        <p:spPr>
          <a:xfrm>
            <a:off x="4191000" y="5372100"/>
            <a:ext cx="9906000" cy="711300"/>
          </a:xfrm>
          <a:prstGeom prst="rect">
            <a:avLst/>
          </a:prstGeom>
          <a:noFill/>
          <a:ln>
            <a:noFill/>
          </a:ln>
        </p:spPr>
        <p:txBody>
          <a:bodyPr anchorCtr="0" anchor="t" bIns="0" lIns="0" spcFirstLastPara="1" rIns="0" wrap="square" tIns="0">
            <a:noAutofit/>
          </a:bodyPr>
          <a:lstStyle/>
          <a:p>
            <a:pPr indent="0" lvl="0" marL="0" marR="0" rtl="0" algn="ctr">
              <a:lnSpc>
                <a:spcPct val="140000"/>
              </a:lnSpc>
              <a:spcBef>
                <a:spcPts val="0"/>
              </a:spcBef>
              <a:spcAft>
                <a:spcPts val="0"/>
              </a:spcAft>
              <a:buClr>
                <a:srgbClr val="000000"/>
              </a:buClr>
              <a:buSzPts val="4000"/>
              <a:buFont typeface="Arial"/>
              <a:buNone/>
            </a:pPr>
            <a:r>
              <a:rPr b="0" i="0" lang="en-US" sz="4000" u="none" cap="none" strike="noStrike">
                <a:solidFill>
                  <a:srgbClr val="000000"/>
                </a:solidFill>
                <a:latin typeface="Lato"/>
                <a:ea typeface="Lato"/>
                <a:cs typeface="Lato"/>
                <a:sym typeface="Lato"/>
              </a:rPr>
              <a:t>Presentation by Team GCP</a:t>
            </a:r>
            <a:endParaRPr b="0" i="0" sz="1800" u="none" cap="none" strike="noStrike">
              <a:solidFill>
                <a:srgbClr val="000000"/>
              </a:solidFill>
              <a:latin typeface="Lato"/>
              <a:ea typeface="Lato"/>
              <a:cs typeface="Lato"/>
              <a:sym typeface="Lato"/>
            </a:endParaRPr>
          </a:p>
        </p:txBody>
      </p:sp>
      <p:pic>
        <p:nvPicPr>
          <p:cNvPr id="350" name="Google Shape;350;p23"/>
          <p:cNvPicPr preferRelativeResize="0"/>
          <p:nvPr/>
        </p:nvPicPr>
        <p:blipFill rotWithShape="1">
          <a:blip r:embed="rId5">
            <a:alphaModFix/>
          </a:blip>
          <a:srcRect b="0" l="0" r="0" t="0"/>
          <a:stretch/>
        </p:blipFill>
        <p:spPr>
          <a:xfrm>
            <a:off x="14554200" y="-952500"/>
            <a:ext cx="3429000" cy="3429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默认设计模板">
  <a:themeElements>
    <a:clrScheme name="">
      <a:dk1>
        <a:srgbClr val="000000"/>
      </a:dk1>
      <a:lt1>
        <a:srgbClr val="FFFFFF"/>
      </a:lt1>
      <a:dk2>
        <a:srgbClr val="E7E6E6"/>
      </a:dk2>
      <a:lt2>
        <a:srgbClr val="44546A"/>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